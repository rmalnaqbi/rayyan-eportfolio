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66" r:id="rId18"/>
    <p:sldId id="273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1" autoAdjust="0"/>
    <p:restoredTop sz="90313" autoAdjust="0"/>
  </p:normalViewPr>
  <p:slideViewPr>
    <p:cSldViewPr>
      <p:cViewPr varScale="1">
        <p:scale>
          <a:sx n="73" d="100"/>
          <a:sy n="73" d="100"/>
        </p:scale>
        <p:origin x="101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3D334-7F16-4158-B0E7-A333519E65D0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C12D3320-A6FB-4F87-8C60-C2DC05EFFF06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Cost estimation underpins project financial success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58A592-76F8-4093-AF79-141612F40F5E}" type="parTrans" cxnId="{DC3F877B-7EE3-4466-9F4B-C55BFCC64E3A}">
      <dgm:prSet/>
      <dgm:spPr/>
      <dgm:t>
        <a:bodyPr/>
        <a:lstStyle/>
        <a:p>
          <a:endParaRPr lang="en-IN"/>
        </a:p>
      </dgm:t>
    </dgm:pt>
    <dgm:pt modelId="{32C11F75-97BD-4DF9-87EC-4682BCC13A7D}" type="sibTrans" cxnId="{DC3F877B-7EE3-4466-9F4B-C55BFCC64E3A}">
      <dgm:prSet/>
      <dgm:spPr/>
      <dgm:t>
        <a:bodyPr/>
        <a:lstStyle/>
        <a:p>
          <a:endParaRPr lang="en-IN"/>
        </a:p>
      </dgm:t>
    </dgm:pt>
    <dgm:pt modelId="{8D2117CE-A886-4B1C-B84F-BBAF14BF8622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estimation faces data fragmentation challenges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A07E3C-8ED5-4C8C-A289-3D6518EC0172}" type="parTrans" cxnId="{AC329033-F0F0-4473-9180-3C42AC9A7991}">
      <dgm:prSet/>
      <dgm:spPr/>
      <dgm:t>
        <a:bodyPr/>
        <a:lstStyle/>
        <a:p>
          <a:endParaRPr lang="en-IN"/>
        </a:p>
      </dgm:t>
    </dgm:pt>
    <dgm:pt modelId="{5AAEAD4A-CF38-495E-A433-94BC5D156EE1}" type="sibTrans" cxnId="{AC329033-F0F0-4473-9180-3C42AC9A7991}">
      <dgm:prSet/>
      <dgm:spPr/>
      <dgm:t>
        <a:bodyPr/>
        <a:lstStyle/>
        <a:p>
          <a:endParaRPr lang="en-IN"/>
        </a:p>
      </dgm:t>
    </dgm:pt>
    <dgm:pt modelId="{147AF0AD-2EE7-4402-8172-394B98496884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Dashboards enable real-time cost visibility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36CAEB-70B1-405A-B200-8B234C151DF0}" type="parTrans" cxnId="{679C40A9-259C-4687-8E91-B7AB84F9AFB1}">
      <dgm:prSet/>
      <dgm:spPr/>
      <dgm:t>
        <a:bodyPr/>
        <a:lstStyle/>
        <a:p>
          <a:endParaRPr lang="en-IN"/>
        </a:p>
      </dgm:t>
    </dgm:pt>
    <dgm:pt modelId="{48EAFE31-078A-4375-B722-CE885C8B95FD}" type="sibTrans" cxnId="{679C40A9-259C-4687-8E91-B7AB84F9AFB1}">
      <dgm:prSet/>
      <dgm:spPr/>
      <dgm:t>
        <a:bodyPr/>
        <a:lstStyle/>
        <a:p>
          <a:endParaRPr lang="en-IN"/>
        </a:p>
      </dgm:t>
    </dgm:pt>
    <dgm:pt modelId="{DD61C4FB-2EB4-425B-BB14-C610B138B45A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Study examines dashboards in business practice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61415B-E9E7-4738-9DE9-9E7AC804C562}" type="parTrans" cxnId="{C3451F1D-1576-4A9D-B4CB-69E0CE3ED9FE}">
      <dgm:prSet/>
      <dgm:spPr/>
      <dgm:t>
        <a:bodyPr/>
        <a:lstStyle/>
        <a:p>
          <a:endParaRPr lang="en-IN"/>
        </a:p>
      </dgm:t>
    </dgm:pt>
    <dgm:pt modelId="{BE3666C8-8B83-42E5-A501-1E5A1BFDDC0E}" type="sibTrans" cxnId="{C3451F1D-1576-4A9D-B4CB-69E0CE3ED9FE}">
      <dgm:prSet/>
      <dgm:spPr/>
      <dgm:t>
        <a:bodyPr/>
        <a:lstStyle/>
        <a:p>
          <a:endParaRPr lang="en-IN"/>
        </a:p>
      </dgm:t>
    </dgm:pt>
    <dgm:pt modelId="{2A1C1DD7-FFAE-49C1-82AF-68AC96B62A3A}" type="pres">
      <dgm:prSet presAssocID="{7E53D334-7F16-4158-B0E7-A333519E65D0}" presName="linear" presStyleCnt="0">
        <dgm:presLayoutVars>
          <dgm:animLvl val="lvl"/>
          <dgm:resizeHandles val="exact"/>
        </dgm:presLayoutVars>
      </dgm:prSet>
      <dgm:spPr/>
    </dgm:pt>
    <dgm:pt modelId="{2D03C731-8A89-4391-BB1E-C836D0082F27}" type="pres">
      <dgm:prSet presAssocID="{C12D3320-A6FB-4F87-8C60-C2DC05EFFF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1AB3FF-2DC3-4099-86A5-FDA066987F7B}" type="pres">
      <dgm:prSet presAssocID="{32C11F75-97BD-4DF9-87EC-4682BCC13A7D}" presName="spacer" presStyleCnt="0"/>
      <dgm:spPr/>
    </dgm:pt>
    <dgm:pt modelId="{6BCA9588-BCEA-40A0-A1B7-3FA0D6FB69E7}" type="pres">
      <dgm:prSet presAssocID="{8D2117CE-A886-4B1C-B84F-BBAF14BF86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57B8B1-93B3-48D5-B7AE-35274F44427D}" type="pres">
      <dgm:prSet presAssocID="{5AAEAD4A-CF38-495E-A433-94BC5D156EE1}" presName="spacer" presStyleCnt="0"/>
      <dgm:spPr/>
    </dgm:pt>
    <dgm:pt modelId="{B113FAD0-97E7-4475-8196-436B8B9459B1}" type="pres">
      <dgm:prSet presAssocID="{147AF0AD-2EE7-4402-8172-394B984968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11CD91-779C-4EA2-8CEA-823964081E6D}" type="pres">
      <dgm:prSet presAssocID="{48EAFE31-078A-4375-B722-CE885C8B95FD}" presName="spacer" presStyleCnt="0"/>
      <dgm:spPr/>
    </dgm:pt>
    <dgm:pt modelId="{448AD579-1790-4C22-B232-6CB54B237336}" type="pres">
      <dgm:prSet presAssocID="{DD61C4FB-2EB4-425B-BB14-C610B138B4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451F1D-1576-4A9D-B4CB-69E0CE3ED9FE}" srcId="{7E53D334-7F16-4158-B0E7-A333519E65D0}" destId="{DD61C4FB-2EB4-425B-BB14-C610B138B45A}" srcOrd="3" destOrd="0" parTransId="{1B61415B-E9E7-4738-9DE9-9E7AC804C562}" sibTransId="{BE3666C8-8B83-42E5-A501-1E5A1BFDDC0E}"/>
    <dgm:cxn modelId="{AC329033-F0F0-4473-9180-3C42AC9A7991}" srcId="{7E53D334-7F16-4158-B0E7-A333519E65D0}" destId="{8D2117CE-A886-4B1C-B84F-BBAF14BF8622}" srcOrd="1" destOrd="0" parTransId="{B9A07E3C-8ED5-4C8C-A289-3D6518EC0172}" sibTransId="{5AAEAD4A-CF38-495E-A433-94BC5D156EE1}"/>
    <dgm:cxn modelId="{3E94243D-CFFC-488B-A8CE-1416B3AD7782}" type="presOf" srcId="{DD61C4FB-2EB4-425B-BB14-C610B138B45A}" destId="{448AD579-1790-4C22-B232-6CB54B237336}" srcOrd="0" destOrd="0" presId="urn:microsoft.com/office/officeart/2005/8/layout/vList2"/>
    <dgm:cxn modelId="{DC3F877B-7EE3-4466-9F4B-C55BFCC64E3A}" srcId="{7E53D334-7F16-4158-B0E7-A333519E65D0}" destId="{C12D3320-A6FB-4F87-8C60-C2DC05EFFF06}" srcOrd="0" destOrd="0" parTransId="{A258A592-76F8-4093-AF79-141612F40F5E}" sibTransId="{32C11F75-97BD-4DF9-87EC-4682BCC13A7D}"/>
    <dgm:cxn modelId="{96ECA183-6AB9-4169-AD14-47A6C52C8205}" type="presOf" srcId="{C12D3320-A6FB-4F87-8C60-C2DC05EFFF06}" destId="{2D03C731-8A89-4391-BB1E-C836D0082F27}" srcOrd="0" destOrd="0" presId="urn:microsoft.com/office/officeart/2005/8/layout/vList2"/>
    <dgm:cxn modelId="{EAA3AEA5-393A-427D-B8BB-D2790310A89E}" type="presOf" srcId="{147AF0AD-2EE7-4402-8172-394B98496884}" destId="{B113FAD0-97E7-4475-8196-436B8B9459B1}" srcOrd="0" destOrd="0" presId="urn:microsoft.com/office/officeart/2005/8/layout/vList2"/>
    <dgm:cxn modelId="{679C40A9-259C-4687-8E91-B7AB84F9AFB1}" srcId="{7E53D334-7F16-4158-B0E7-A333519E65D0}" destId="{147AF0AD-2EE7-4402-8172-394B98496884}" srcOrd="2" destOrd="0" parTransId="{A236CAEB-70B1-405A-B200-8B234C151DF0}" sibTransId="{48EAFE31-078A-4375-B722-CE885C8B95FD}"/>
    <dgm:cxn modelId="{2A96DFBE-2864-4DE9-93A0-D9681D2D610A}" type="presOf" srcId="{8D2117CE-A886-4B1C-B84F-BBAF14BF8622}" destId="{6BCA9588-BCEA-40A0-A1B7-3FA0D6FB69E7}" srcOrd="0" destOrd="0" presId="urn:microsoft.com/office/officeart/2005/8/layout/vList2"/>
    <dgm:cxn modelId="{964C1DF6-6382-4E04-9AC4-7A08F01E752C}" type="presOf" srcId="{7E53D334-7F16-4158-B0E7-A333519E65D0}" destId="{2A1C1DD7-FFAE-49C1-82AF-68AC96B62A3A}" srcOrd="0" destOrd="0" presId="urn:microsoft.com/office/officeart/2005/8/layout/vList2"/>
    <dgm:cxn modelId="{99B6D2B1-B094-4072-89C6-0F9FBC0FACD3}" type="presParOf" srcId="{2A1C1DD7-FFAE-49C1-82AF-68AC96B62A3A}" destId="{2D03C731-8A89-4391-BB1E-C836D0082F27}" srcOrd="0" destOrd="0" presId="urn:microsoft.com/office/officeart/2005/8/layout/vList2"/>
    <dgm:cxn modelId="{D7E3A4D3-27AA-4D39-ACF6-AE3CFC43807E}" type="presParOf" srcId="{2A1C1DD7-FFAE-49C1-82AF-68AC96B62A3A}" destId="{D11AB3FF-2DC3-4099-86A5-FDA066987F7B}" srcOrd="1" destOrd="0" presId="urn:microsoft.com/office/officeart/2005/8/layout/vList2"/>
    <dgm:cxn modelId="{A7E6CF97-DC53-4B15-964F-C38111F7D89D}" type="presParOf" srcId="{2A1C1DD7-FFAE-49C1-82AF-68AC96B62A3A}" destId="{6BCA9588-BCEA-40A0-A1B7-3FA0D6FB69E7}" srcOrd="2" destOrd="0" presId="urn:microsoft.com/office/officeart/2005/8/layout/vList2"/>
    <dgm:cxn modelId="{C22680D4-CA36-4652-8E37-03BCC01AB657}" type="presParOf" srcId="{2A1C1DD7-FFAE-49C1-82AF-68AC96B62A3A}" destId="{5F57B8B1-93B3-48D5-B7AE-35274F44427D}" srcOrd="3" destOrd="0" presId="urn:microsoft.com/office/officeart/2005/8/layout/vList2"/>
    <dgm:cxn modelId="{7ACC00B6-8880-487F-B7B3-EF20CBDDF663}" type="presParOf" srcId="{2A1C1DD7-FFAE-49C1-82AF-68AC96B62A3A}" destId="{B113FAD0-97E7-4475-8196-436B8B9459B1}" srcOrd="4" destOrd="0" presId="urn:microsoft.com/office/officeart/2005/8/layout/vList2"/>
    <dgm:cxn modelId="{5EEFEEB6-9A27-415B-897A-E157EE476EEA}" type="presParOf" srcId="{2A1C1DD7-FFAE-49C1-82AF-68AC96B62A3A}" destId="{C211CD91-779C-4EA2-8CEA-823964081E6D}" srcOrd="5" destOrd="0" presId="urn:microsoft.com/office/officeart/2005/8/layout/vList2"/>
    <dgm:cxn modelId="{5CBAB8EA-0F86-4C00-B9DE-D3BA156192D7}" type="presParOf" srcId="{2A1C1DD7-FFAE-49C1-82AF-68AC96B62A3A}" destId="{448AD579-1790-4C22-B232-6CB54B2373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64C21E-0876-432A-940F-F9733FA897B2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17240624-F963-40E4-8E63-9C54B4FF06F8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Addresses gap between dashboards and estimation accuracy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322624-23E0-4DC7-B9D1-1F85A9ECE62B}" type="parTrans" cxnId="{A88516F0-06C9-4002-8B70-6471553EB8DE}">
      <dgm:prSet/>
      <dgm:spPr/>
      <dgm:t>
        <a:bodyPr/>
        <a:lstStyle/>
        <a:p>
          <a:endParaRPr lang="en-IN"/>
        </a:p>
      </dgm:t>
    </dgm:pt>
    <dgm:pt modelId="{2FEB55C9-0BA8-4F66-82BE-0A2FE6518C20}" type="sibTrans" cxnId="{A88516F0-06C9-4002-8B70-6471553EB8DE}">
      <dgm:prSet/>
      <dgm:spPr/>
      <dgm:t>
        <a:bodyPr/>
        <a:lstStyle/>
        <a:p>
          <a:endParaRPr lang="en-IN"/>
        </a:p>
      </dgm:t>
    </dgm:pt>
    <dgm:pt modelId="{876CE149-F84C-4EC1-90F0-6BDE0FFF26A0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Extends business intelligence application literature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09601C-96D6-4B15-9665-EC85375C220C}" type="parTrans" cxnId="{08EA06E2-ED7F-4F8D-99F8-A02F79F1FF4F}">
      <dgm:prSet/>
      <dgm:spPr/>
      <dgm:t>
        <a:bodyPr/>
        <a:lstStyle/>
        <a:p>
          <a:endParaRPr lang="en-IN"/>
        </a:p>
      </dgm:t>
    </dgm:pt>
    <dgm:pt modelId="{DDA56FA1-8772-431E-AAC4-4B85EE2BAA6E}" type="sibTrans" cxnId="{08EA06E2-ED7F-4F8D-99F8-A02F79F1FF4F}">
      <dgm:prSet/>
      <dgm:spPr/>
      <dgm:t>
        <a:bodyPr/>
        <a:lstStyle/>
        <a:p>
          <a:endParaRPr lang="en-IN"/>
        </a:p>
      </dgm:t>
    </dgm:pt>
    <dgm:pt modelId="{5FA62E5F-67CF-4543-AA69-2023A4796BBA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Supports data-driven cost management practices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D8E9E4-7F53-4C27-A2E1-843997E74C24}" type="parTrans" cxnId="{C56E436A-0E20-4ACA-99CE-215FE08A2F3D}">
      <dgm:prSet/>
      <dgm:spPr/>
      <dgm:t>
        <a:bodyPr/>
        <a:lstStyle/>
        <a:p>
          <a:endParaRPr lang="en-IN"/>
        </a:p>
      </dgm:t>
    </dgm:pt>
    <dgm:pt modelId="{5BECB4F1-0514-4685-B48C-17635CFCF3C5}" type="sibTrans" cxnId="{C56E436A-0E20-4ACA-99CE-215FE08A2F3D}">
      <dgm:prSet/>
      <dgm:spPr/>
      <dgm:t>
        <a:bodyPr/>
        <a:lstStyle/>
        <a:p>
          <a:endParaRPr lang="en-IN"/>
        </a:p>
      </dgm:t>
    </dgm:pt>
    <dgm:pt modelId="{A753E8F1-0C12-44AC-8596-754EE97E688D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Contributes empirical insights to construction management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9D4C01-C71B-4F0B-ADB3-1325FA16FC04}" type="parTrans" cxnId="{283AE786-7C06-47B0-B82B-992ADF7CC7FA}">
      <dgm:prSet/>
      <dgm:spPr/>
      <dgm:t>
        <a:bodyPr/>
        <a:lstStyle/>
        <a:p>
          <a:endParaRPr lang="en-IN"/>
        </a:p>
      </dgm:t>
    </dgm:pt>
    <dgm:pt modelId="{E7D50B00-D6B0-4596-B296-9CDCC7C2A074}" type="sibTrans" cxnId="{283AE786-7C06-47B0-B82B-992ADF7CC7FA}">
      <dgm:prSet/>
      <dgm:spPr/>
      <dgm:t>
        <a:bodyPr/>
        <a:lstStyle/>
        <a:p>
          <a:endParaRPr lang="en-IN"/>
        </a:p>
      </dgm:t>
    </dgm:pt>
    <dgm:pt modelId="{7074B885-237D-47CB-B500-48B31DBE1496}" type="pres">
      <dgm:prSet presAssocID="{DF64C21E-0876-432A-940F-F9733FA897B2}" presName="linear" presStyleCnt="0">
        <dgm:presLayoutVars>
          <dgm:dir/>
          <dgm:animLvl val="lvl"/>
          <dgm:resizeHandles val="exact"/>
        </dgm:presLayoutVars>
      </dgm:prSet>
      <dgm:spPr/>
    </dgm:pt>
    <dgm:pt modelId="{5FAF8960-61E6-4272-8372-C8739543B820}" type="pres">
      <dgm:prSet presAssocID="{17240624-F963-40E4-8E63-9C54B4FF06F8}" presName="parentLin" presStyleCnt="0"/>
      <dgm:spPr/>
    </dgm:pt>
    <dgm:pt modelId="{9ED18150-378B-4E5D-B21F-809E04C987DB}" type="pres">
      <dgm:prSet presAssocID="{17240624-F963-40E4-8E63-9C54B4FF06F8}" presName="parentLeftMargin" presStyleLbl="node1" presStyleIdx="0" presStyleCnt="4"/>
      <dgm:spPr/>
    </dgm:pt>
    <dgm:pt modelId="{308BA4B6-73BA-4A33-834E-86DD01AFACAF}" type="pres">
      <dgm:prSet presAssocID="{17240624-F963-40E4-8E63-9C54B4FF06F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7453CF-00F7-493D-8037-43D7553BAF3B}" type="pres">
      <dgm:prSet presAssocID="{17240624-F963-40E4-8E63-9C54B4FF06F8}" presName="negativeSpace" presStyleCnt="0"/>
      <dgm:spPr/>
    </dgm:pt>
    <dgm:pt modelId="{53179540-6D23-457E-BC23-94F8FBF4B48C}" type="pres">
      <dgm:prSet presAssocID="{17240624-F963-40E4-8E63-9C54B4FF06F8}" presName="childText" presStyleLbl="conFgAcc1" presStyleIdx="0" presStyleCnt="4">
        <dgm:presLayoutVars>
          <dgm:bulletEnabled val="1"/>
        </dgm:presLayoutVars>
      </dgm:prSet>
      <dgm:spPr/>
    </dgm:pt>
    <dgm:pt modelId="{5A1F9552-F08E-4E62-A19F-4AF282169004}" type="pres">
      <dgm:prSet presAssocID="{2FEB55C9-0BA8-4F66-82BE-0A2FE6518C20}" presName="spaceBetweenRectangles" presStyleCnt="0"/>
      <dgm:spPr/>
    </dgm:pt>
    <dgm:pt modelId="{743E4434-D247-4832-BC85-7679FCD65854}" type="pres">
      <dgm:prSet presAssocID="{876CE149-F84C-4EC1-90F0-6BDE0FFF26A0}" presName="parentLin" presStyleCnt="0"/>
      <dgm:spPr/>
    </dgm:pt>
    <dgm:pt modelId="{273FB069-9B97-4B81-A558-82F7F6928833}" type="pres">
      <dgm:prSet presAssocID="{876CE149-F84C-4EC1-90F0-6BDE0FFF26A0}" presName="parentLeftMargin" presStyleLbl="node1" presStyleIdx="0" presStyleCnt="4"/>
      <dgm:spPr/>
    </dgm:pt>
    <dgm:pt modelId="{FC640C68-ACC9-48E5-9A1D-D1D597301F4A}" type="pres">
      <dgm:prSet presAssocID="{876CE149-F84C-4EC1-90F0-6BDE0FFF26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1E8C62-AA7F-4F8D-BCF2-CDE90174B03C}" type="pres">
      <dgm:prSet presAssocID="{876CE149-F84C-4EC1-90F0-6BDE0FFF26A0}" presName="negativeSpace" presStyleCnt="0"/>
      <dgm:spPr/>
    </dgm:pt>
    <dgm:pt modelId="{5798C59C-869D-4D92-9A07-6E5713D157F4}" type="pres">
      <dgm:prSet presAssocID="{876CE149-F84C-4EC1-90F0-6BDE0FFF26A0}" presName="childText" presStyleLbl="conFgAcc1" presStyleIdx="1" presStyleCnt="4">
        <dgm:presLayoutVars>
          <dgm:bulletEnabled val="1"/>
        </dgm:presLayoutVars>
      </dgm:prSet>
      <dgm:spPr/>
    </dgm:pt>
    <dgm:pt modelId="{642768F7-6C5A-4D23-AB8C-4576F437B93E}" type="pres">
      <dgm:prSet presAssocID="{DDA56FA1-8772-431E-AAC4-4B85EE2BAA6E}" presName="spaceBetweenRectangles" presStyleCnt="0"/>
      <dgm:spPr/>
    </dgm:pt>
    <dgm:pt modelId="{9ED55C77-608A-4975-B5E6-8B4CECF1211F}" type="pres">
      <dgm:prSet presAssocID="{5FA62E5F-67CF-4543-AA69-2023A4796BBA}" presName="parentLin" presStyleCnt="0"/>
      <dgm:spPr/>
    </dgm:pt>
    <dgm:pt modelId="{BACF8A73-F17A-4C7E-A7E8-3030F8B3EB4E}" type="pres">
      <dgm:prSet presAssocID="{5FA62E5F-67CF-4543-AA69-2023A4796BBA}" presName="parentLeftMargin" presStyleLbl="node1" presStyleIdx="1" presStyleCnt="4"/>
      <dgm:spPr/>
    </dgm:pt>
    <dgm:pt modelId="{5EEA12A9-A91F-4B89-A5FA-A0BF0F01E0A2}" type="pres">
      <dgm:prSet presAssocID="{5FA62E5F-67CF-4543-AA69-2023A4796B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DE95FF-B6D0-4A2C-A246-6792C5F92ADE}" type="pres">
      <dgm:prSet presAssocID="{5FA62E5F-67CF-4543-AA69-2023A4796BBA}" presName="negativeSpace" presStyleCnt="0"/>
      <dgm:spPr/>
    </dgm:pt>
    <dgm:pt modelId="{601875F2-C147-44EF-B01B-24864F44A178}" type="pres">
      <dgm:prSet presAssocID="{5FA62E5F-67CF-4543-AA69-2023A4796BBA}" presName="childText" presStyleLbl="conFgAcc1" presStyleIdx="2" presStyleCnt="4">
        <dgm:presLayoutVars>
          <dgm:bulletEnabled val="1"/>
        </dgm:presLayoutVars>
      </dgm:prSet>
      <dgm:spPr/>
    </dgm:pt>
    <dgm:pt modelId="{B29CFAAA-06BB-4060-B0B4-35C0CEE37911}" type="pres">
      <dgm:prSet presAssocID="{5BECB4F1-0514-4685-B48C-17635CFCF3C5}" presName="spaceBetweenRectangles" presStyleCnt="0"/>
      <dgm:spPr/>
    </dgm:pt>
    <dgm:pt modelId="{DB7860C7-8A16-41A9-A4A0-1B13C6D91DB9}" type="pres">
      <dgm:prSet presAssocID="{A753E8F1-0C12-44AC-8596-754EE97E688D}" presName="parentLin" presStyleCnt="0"/>
      <dgm:spPr/>
    </dgm:pt>
    <dgm:pt modelId="{6E298264-9A71-42DD-ABFA-059AC7098C34}" type="pres">
      <dgm:prSet presAssocID="{A753E8F1-0C12-44AC-8596-754EE97E688D}" presName="parentLeftMargin" presStyleLbl="node1" presStyleIdx="2" presStyleCnt="4"/>
      <dgm:spPr/>
    </dgm:pt>
    <dgm:pt modelId="{17CD3EC5-6945-46EF-AC75-2B5B9B76C43E}" type="pres">
      <dgm:prSet presAssocID="{A753E8F1-0C12-44AC-8596-754EE97E688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A5CEC63-4768-4B7C-A689-3868D6468191}" type="pres">
      <dgm:prSet presAssocID="{A753E8F1-0C12-44AC-8596-754EE97E688D}" presName="negativeSpace" presStyleCnt="0"/>
      <dgm:spPr/>
    </dgm:pt>
    <dgm:pt modelId="{4CCC7B0C-E7E9-4522-B7FD-529E5B5CEE5D}" type="pres">
      <dgm:prSet presAssocID="{A753E8F1-0C12-44AC-8596-754EE97E688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A678A27-F691-46EA-9E0C-8943CFFD7559}" type="presOf" srcId="{DF64C21E-0876-432A-940F-F9733FA897B2}" destId="{7074B885-237D-47CB-B500-48B31DBE1496}" srcOrd="0" destOrd="0" presId="urn:microsoft.com/office/officeart/2005/8/layout/list1"/>
    <dgm:cxn modelId="{A3830629-902D-4999-8F38-3BBF8DD59E3D}" type="presOf" srcId="{17240624-F963-40E4-8E63-9C54B4FF06F8}" destId="{308BA4B6-73BA-4A33-834E-86DD01AFACAF}" srcOrd="1" destOrd="0" presId="urn:microsoft.com/office/officeart/2005/8/layout/list1"/>
    <dgm:cxn modelId="{679A0F44-8469-4039-BEB2-4A35AA0E9837}" type="presOf" srcId="{A753E8F1-0C12-44AC-8596-754EE97E688D}" destId="{6E298264-9A71-42DD-ABFA-059AC7098C34}" srcOrd="0" destOrd="0" presId="urn:microsoft.com/office/officeart/2005/8/layout/list1"/>
    <dgm:cxn modelId="{C56E436A-0E20-4ACA-99CE-215FE08A2F3D}" srcId="{DF64C21E-0876-432A-940F-F9733FA897B2}" destId="{5FA62E5F-67CF-4543-AA69-2023A4796BBA}" srcOrd="2" destOrd="0" parTransId="{48D8E9E4-7F53-4C27-A2E1-843997E74C24}" sibTransId="{5BECB4F1-0514-4685-B48C-17635CFCF3C5}"/>
    <dgm:cxn modelId="{283AE786-7C06-47B0-B82B-992ADF7CC7FA}" srcId="{DF64C21E-0876-432A-940F-F9733FA897B2}" destId="{A753E8F1-0C12-44AC-8596-754EE97E688D}" srcOrd="3" destOrd="0" parTransId="{7D9D4C01-C71B-4F0B-ADB3-1325FA16FC04}" sibTransId="{E7D50B00-D6B0-4596-B296-9CDCC7C2A074}"/>
    <dgm:cxn modelId="{5049AB8D-4F06-43B8-9A92-E5D5B0AF07D8}" type="presOf" srcId="{5FA62E5F-67CF-4543-AA69-2023A4796BBA}" destId="{BACF8A73-F17A-4C7E-A7E8-3030F8B3EB4E}" srcOrd="0" destOrd="0" presId="urn:microsoft.com/office/officeart/2005/8/layout/list1"/>
    <dgm:cxn modelId="{D88020A5-5A84-40D4-9D57-015B4B9850E7}" type="presOf" srcId="{876CE149-F84C-4EC1-90F0-6BDE0FFF26A0}" destId="{273FB069-9B97-4B81-A558-82F7F6928833}" srcOrd="0" destOrd="0" presId="urn:microsoft.com/office/officeart/2005/8/layout/list1"/>
    <dgm:cxn modelId="{7CB421A6-217A-4B37-838D-872BB8C17E05}" type="presOf" srcId="{5FA62E5F-67CF-4543-AA69-2023A4796BBA}" destId="{5EEA12A9-A91F-4B89-A5FA-A0BF0F01E0A2}" srcOrd="1" destOrd="0" presId="urn:microsoft.com/office/officeart/2005/8/layout/list1"/>
    <dgm:cxn modelId="{B177FEA8-E10F-42AB-9347-FC1B556316D5}" type="presOf" srcId="{876CE149-F84C-4EC1-90F0-6BDE0FFF26A0}" destId="{FC640C68-ACC9-48E5-9A1D-D1D597301F4A}" srcOrd="1" destOrd="0" presId="urn:microsoft.com/office/officeart/2005/8/layout/list1"/>
    <dgm:cxn modelId="{4B6FDCB9-48BA-4E64-9CA8-7369404CBF7E}" type="presOf" srcId="{17240624-F963-40E4-8E63-9C54B4FF06F8}" destId="{9ED18150-378B-4E5D-B21F-809E04C987DB}" srcOrd="0" destOrd="0" presId="urn:microsoft.com/office/officeart/2005/8/layout/list1"/>
    <dgm:cxn modelId="{08EA06E2-ED7F-4F8D-99F8-A02F79F1FF4F}" srcId="{DF64C21E-0876-432A-940F-F9733FA897B2}" destId="{876CE149-F84C-4EC1-90F0-6BDE0FFF26A0}" srcOrd="1" destOrd="0" parTransId="{F809601C-96D6-4B15-9665-EC85375C220C}" sibTransId="{DDA56FA1-8772-431E-AAC4-4B85EE2BAA6E}"/>
    <dgm:cxn modelId="{0753A8ED-DBE7-4419-A23D-9B9F00E34710}" type="presOf" srcId="{A753E8F1-0C12-44AC-8596-754EE97E688D}" destId="{17CD3EC5-6945-46EF-AC75-2B5B9B76C43E}" srcOrd="1" destOrd="0" presId="urn:microsoft.com/office/officeart/2005/8/layout/list1"/>
    <dgm:cxn modelId="{A88516F0-06C9-4002-8B70-6471553EB8DE}" srcId="{DF64C21E-0876-432A-940F-F9733FA897B2}" destId="{17240624-F963-40E4-8E63-9C54B4FF06F8}" srcOrd="0" destOrd="0" parTransId="{EA322624-23E0-4DC7-B9D1-1F85A9ECE62B}" sibTransId="{2FEB55C9-0BA8-4F66-82BE-0A2FE6518C20}"/>
    <dgm:cxn modelId="{FC8F39A0-135D-4F6E-B8F4-891B79892609}" type="presParOf" srcId="{7074B885-237D-47CB-B500-48B31DBE1496}" destId="{5FAF8960-61E6-4272-8372-C8739543B820}" srcOrd="0" destOrd="0" presId="urn:microsoft.com/office/officeart/2005/8/layout/list1"/>
    <dgm:cxn modelId="{5DFE9B79-28CF-4049-BB00-DE89E6D416E5}" type="presParOf" srcId="{5FAF8960-61E6-4272-8372-C8739543B820}" destId="{9ED18150-378B-4E5D-B21F-809E04C987DB}" srcOrd="0" destOrd="0" presId="urn:microsoft.com/office/officeart/2005/8/layout/list1"/>
    <dgm:cxn modelId="{FBB0C375-4EB6-418C-AC68-E7C53E9718EE}" type="presParOf" srcId="{5FAF8960-61E6-4272-8372-C8739543B820}" destId="{308BA4B6-73BA-4A33-834E-86DD01AFACAF}" srcOrd="1" destOrd="0" presId="urn:microsoft.com/office/officeart/2005/8/layout/list1"/>
    <dgm:cxn modelId="{413076BA-F0C2-4E15-A858-2BB33BB1D325}" type="presParOf" srcId="{7074B885-237D-47CB-B500-48B31DBE1496}" destId="{CF7453CF-00F7-493D-8037-43D7553BAF3B}" srcOrd="1" destOrd="0" presId="urn:microsoft.com/office/officeart/2005/8/layout/list1"/>
    <dgm:cxn modelId="{1EB10869-5EF0-4531-ADF1-FEE23CF2774F}" type="presParOf" srcId="{7074B885-237D-47CB-B500-48B31DBE1496}" destId="{53179540-6D23-457E-BC23-94F8FBF4B48C}" srcOrd="2" destOrd="0" presId="urn:microsoft.com/office/officeart/2005/8/layout/list1"/>
    <dgm:cxn modelId="{BCB2E1DA-3C8B-4146-8A49-2D5B05BC3243}" type="presParOf" srcId="{7074B885-237D-47CB-B500-48B31DBE1496}" destId="{5A1F9552-F08E-4E62-A19F-4AF282169004}" srcOrd="3" destOrd="0" presId="urn:microsoft.com/office/officeart/2005/8/layout/list1"/>
    <dgm:cxn modelId="{8F50CE72-BE9C-41B2-9284-7700D13511A3}" type="presParOf" srcId="{7074B885-237D-47CB-B500-48B31DBE1496}" destId="{743E4434-D247-4832-BC85-7679FCD65854}" srcOrd="4" destOrd="0" presId="urn:microsoft.com/office/officeart/2005/8/layout/list1"/>
    <dgm:cxn modelId="{EC9415C5-637C-4555-B501-2CE1FE9F035E}" type="presParOf" srcId="{743E4434-D247-4832-BC85-7679FCD65854}" destId="{273FB069-9B97-4B81-A558-82F7F6928833}" srcOrd="0" destOrd="0" presId="urn:microsoft.com/office/officeart/2005/8/layout/list1"/>
    <dgm:cxn modelId="{B783992A-7F63-4835-BE45-E38343849151}" type="presParOf" srcId="{743E4434-D247-4832-BC85-7679FCD65854}" destId="{FC640C68-ACC9-48E5-9A1D-D1D597301F4A}" srcOrd="1" destOrd="0" presId="urn:microsoft.com/office/officeart/2005/8/layout/list1"/>
    <dgm:cxn modelId="{08CA75A9-0097-43B6-947A-11097FED8D04}" type="presParOf" srcId="{7074B885-237D-47CB-B500-48B31DBE1496}" destId="{631E8C62-AA7F-4F8D-BCF2-CDE90174B03C}" srcOrd="5" destOrd="0" presId="urn:microsoft.com/office/officeart/2005/8/layout/list1"/>
    <dgm:cxn modelId="{91CE709A-3524-4329-B755-178C14C81852}" type="presParOf" srcId="{7074B885-237D-47CB-B500-48B31DBE1496}" destId="{5798C59C-869D-4D92-9A07-6E5713D157F4}" srcOrd="6" destOrd="0" presId="urn:microsoft.com/office/officeart/2005/8/layout/list1"/>
    <dgm:cxn modelId="{8FC23391-5746-4CDE-8D0A-9C368FDD0FF0}" type="presParOf" srcId="{7074B885-237D-47CB-B500-48B31DBE1496}" destId="{642768F7-6C5A-4D23-AB8C-4576F437B93E}" srcOrd="7" destOrd="0" presId="urn:microsoft.com/office/officeart/2005/8/layout/list1"/>
    <dgm:cxn modelId="{D771CCFF-F692-44DC-8B6C-5F0417C58F6B}" type="presParOf" srcId="{7074B885-237D-47CB-B500-48B31DBE1496}" destId="{9ED55C77-608A-4975-B5E6-8B4CECF1211F}" srcOrd="8" destOrd="0" presId="urn:microsoft.com/office/officeart/2005/8/layout/list1"/>
    <dgm:cxn modelId="{50CAB99D-994E-4605-A334-2452B79748AF}" type="presParOf" srcId="{9ED55C77-608A-4975-B5E6-8B4CECF1211F}" destId="{BACF8A73-F17A-4C7E-A7E8-3030F8B3EB4E}" srcOrd="0" destOrd="0" presId="urn:microsoft.com/office/officeart/2005/8/layout/list1"/>
    <dgm:cxn modelId="{541DB46F-6CA4-486C-B3EE-457A8E208BD9}" type="presParOf" srcId="{9ED55C77-608A-4975-B5E6-8B4CECF1211F}" destId="{5EEA12A9-A91F-4B89-A5FA-A0BF0F01E0A2}" srcOrd="1" destOrd="0" presId="urn:microsoft.com/office/officeart/2005/8/layout/list1"/>
    <dgm:cxn modelId="{078157DA-43AB-474A-AA69-D4F71D612A22}" type="presParOf" srcId="{7074B885-237D-47CB-B500-48B31DBE1496}" destId="{7CDE95FF-B6D0-4A2C-A246-6792C5F92ADE}" srcOrd="9" destOrd="0" presId="urn:microsoft.com/office/officeart/2005/8/layout/list1"/>
    <dgm:cxn modelId="{B97F8D5D-F66A-43D4-8508-A399F250BAE5}" type="presParOf" srcId="{7074B885-237D-47CB-B500-48B31DBE1496}" destId="{601875F2-C147-44EF-B01B-24864F44A178}" srcOrd="10" destOrd="0" presId="urn:microsoft.com/office/officeart/2005/8/layout/list1"/>
    <dgm:cxn modelId="{7C64FB59-583A-491F-9E0C-A5363BC280A4}" type="presParOf" srcId="{7074B885-237D-47CB-B500-48B31DBE1496}" destId="{B29CFAAA-06BB-4060-B0B4-35C0CEE37911}" srcOrd="11" destOrd="0" presId="urn:microsoft.com/office/officeart/2005/8/layout/list1"/>
    <dgm:cxn modelId="{1A9BA4FB-946C-4F79-8EF1-7885F37EB42B}" type="presParOf" srcId="{7074B885-237D-47CB-B500-48B31DBE1496}" destId="{DB7860C7-8A16-41A9-A4A0-1B13C6D91DB9}" srcOrd="12" destOrd="0" presId="urn:microsoft.com/office/officeart/2005/8/layout/list1"/>
    <dgm:cxn modelId="{9F2C7640-E610-4AD2-B629-2A26157B0A36}" type="presParOf" srcId="{DB7860C7-8A16-41A9-A4A0-1B13C6D91DB9}" destId="{6E298264-9A71-42DD-ABFA-059AC7098C34}" srcOrd="0" destOrd="0" presId="urn:microsoft.com/office/officeart/2005/8/layout/list1"/>
    <dgm:cxn modelId="{1BF9D215-E188-4A4E-9472-3686857F7C3F}" type="presParOf" srcId="{DB7860C7-8A16-41A9-A4A0-1B13C6D91DB9}" destId="{17CD3EC5-6945-46EF-AC75-2B5B9B76C43E}" srcOrd="1" destOrd="0" presId="urn:microsoft.com/office/officeart/2005/8/layout/list1"/>
    <dgm:cxn modelId="{E9DDFBED-F507-41DB-B2A0-DA8E9FDD0D77}" type="presParOf" srcId="{7074B885-237D-47CB-B500-48B31DBE1496}" destId="{3A5CEC63-4768-4B7C-A689-3868D6468191}" srcOrd="13" destOrd="0" presId="urn:microsoft.com/office/officeart/2005/8/layout/list1"/>
    <dgm:cxn modelId="{6C791D9B-0497-4B3C-BB0A-39FFCF91CADE}" type="presParOf" srcId="{7074B885-237D-47CB-B500-48B31DBE1496}" destId="{4CCC7B0C-E7E9-4522-B7FD-529E5B5CEE5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F1A3E0-2C3E-4E63-AB80-CF6246AD764D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E87AB2D6-4719-4129-B4AE-368E4481A614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Frequent cost overruns persist in construction projects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C46F7A-BC61-49AD-9825-DAEC80C63638}" type="parTrans" cxnId="{8947D9AA-70BB-4F19-9796-32162762FEAB}">
      <dgm:prSet/>
      <dgm:spPr/>
      <dgm:t>
        <a:bodyPr/>
        <a:lstStyle/>
        <a:p>
          <a:endParaRPr lang="en-IN"/>
        </a:p>
      </dgm:t>
    </dgm:pt>
    <dgm:pt modelId="{C02E09EE-49BC-4ACD-8BFF-40250ED751A1}" type="sibTrans" cxnId="{8947D9AA-70BB-4F19-9796-32162762FEAB}">
      <dgm:prSet/>
      <dgm:spPr/>
      <dgm:t>
        <a:bodyPr/>
        <a:lstStyle/>
        <a:p>
          <a:endParaRPr lang="en-IN"/>
        </a:p>
      </dgm:t>
    </dgm:pt>
    <dgm:pt modelId="{2609CEE1-434F-4143-AE9F-79E825889628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Estimation relies on static, historical data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11FD56-C357-4577-8F4E-533E832A53C7}" type="parTrans" cxnId="{14CB7E2D-B058-41E0-8B64-7762654F6F68}">
      <dgm:prSet/>
      <dgm:spPr/>
      <dgm:t>
        <a:bodyPr/>
        <a:lstStyle/>
        <a:p>
          <a:endParaRPr lang="en-IN"/>
        </a:p>
      </dgm:t>
    </dgm:pt>
    <dgm:pt modelId="{39582E4B-07D6-4897-907F-30C99C45B4A4}" type="sibTrans" cxnId="{14CB7E2D-B058-41E0-8B64-7762654F6F68}">
      <dgm:prSet/>
      <dgm:spPr/>
      <dgm:t>
        <a:bodyPr/>
        <a:lstStyle/>
        <a:p>
          <a:endParaRPr lang="en-IN"/>
        </a:p>
      </dgm:t>
    </dgm:pt>
    <dgm:pt modelId="{DF5AD731-9EB6-4DF7-A8C1-1F9BCEBE87C1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Limited real-time analytical decision support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2109B3-A684-4DED-B554-328BF9DB1A67}" type="parTrans" cxnId="{D8C618DB-4B74-4105-A63A-E7704E639BD4}">
      <dgm:prSet/>
      <dgm:spPr/>
      <dgm:t>
        <a:bodyPr/>
        <a:lstStyle/>
        <a:p>
          <a:endParaRPr lang="en-IN"/>
        </a:p>
      </dgm:t>
    </dgm:pt>
    <dgm:pt modelId="{552B2229-BE30-4FA7-940C-53CF09814260}" type="sibTrans" cxnId="{D8C618DB-4B74-4105-A63A-E7704E639BD4}">
      <dgm:prSet/>
      <dgm:spPr/>
      <dgm:t>
        <a:bodyPr/>
        <a:lstStyle/>
        <a:p>
          <a:endParaRPr lang="en-IN"/>
        </a:p>
      </dgm:t>
    </dgm:pt>
    <dgm:pt modelId="{85CDA428-F3EA-41FD-94A4-A390EA99F4EA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Inefficient integration of cost information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B5E7AA-3C12-49D0-B196-7B12A746FF4D}" type="parTrans" cxnId="{8948884C-4CF1-451F-B057-16E04C2DF8ED}">
      <dgm:prSet/>
      <dgm:spPr/>
      <dgm:t>
        <a:bodyPr/>
        <a:lstStyle/>
        <a:p>
          <a:endParaRPr lang="en-IN"/>
        </a:p>
      </dgm:t>
    </dgm:pt>
    <dgm:pt modelId="{558DD18F-AAC6-441C-A7A3-9DC1C19D7217}" type="sibTrans" cxnId="{8948884C-4CF1-451F-B057-16E04C2DF8ED}">
      <dgm:prSet/>
      <dgm:spPr/>
      <dgm:t>
        <a:bodyPr/>
        <a:lstStyle/>
        <a:p>
          <a:endParaRPr lang="en-IN"/>
        </a:p>
      </dgm:t>
    </dgm:pt>
    <dgm:pt modelId="{F1F9E337-88FD-405B-9385-26B89DF67E2E}" type="pres">
      <dgm:prSet presAssocID="{F3F1A3E0-2C3E-4E63-AB80-CF6246AD764D}" presName="Name0" presStyleCnt="0">
        <dgm:presLayoutVars>
          <dgm:chMax val="7"/>
          <dgm:chPref val="7"/>
          <dgm:dir/>
        </dgm:presLayoutVars>
      </dgm:prSet>
      <dgm:spPr/>
    </dgm:pt>
    <dgm:pt modelId="{13A3069C-0CE7-4CBF-9B0D-8C6CA69CA40E}" type="pres">
      <dgm:prSet presAssocID="{F3F1A3E0-2C3E-4E63-AB80-CF6246AD764D}" presName="Name1" presStyleCnt="0"/>
      <dgm:spPr/>
    </dgm:pt>
    <dgm:pt modelId="{2CE0267C-FA57-4930-9276-F48EC1DE8856}" type="pres">
      <dgm:prSet presAssocID="{F3F1A3E0-2C3E-4E63-AB80-CF6246AD764D}" presName="cycle" presStyleCnt="0"/>
      <dgm:spPr/>
    </dgm:pt>
    <dgm:pt modelId="{7873138A-9C74-45A1-B7FE-EB63F33881F9}" type="pres">
      <dgm:prSet presAssocID="{F3F1A3E0-2C3E-4E63-AB80-CF6246AD764D}" presName="srcNode" presStyleLbl="node1" presStyleIdx="0" presStyleCnt="4"/>
      <dgm:spPr/>
    </dgm:pt>
    <dgm:pt modelId="{ABA34E6D-D1E6-47D8-97DC-384DFC154364}" type="pres">
      <dgm:prSet presAssocID="{F3F1A3E0-2C3E-4E63-AB80-CF6246AD764D}" presName="conn" presStyleLbl="parChTrans1D2" presStyleIdx="0" presStyleCnt="1"/>
      <dgm:spPr/>
    </dgm:pt>
    <dgm:pt modelId="{7B1F026E-2290-404D-81CC-E641B4D2D57B}" type="pres">
      <dgm:prSet presAssocID="{F3F1A3E0-2C3E-4E63-AB80-CF6246AD764D}" presName="extraNode" presStyleLbl="node1" presStyleIdx="0" presStyleCnt="4"/>
      <dgm:spPr/>
    </dgm:pt>
    <dgm:pt modelId="{7FEE94D5-AF4B-44D3-8B08-96185D077008}" type="pres">
      <dgm:prSet presAssocID="{F3F1A3E0-2C3E-4E63-AB80-CF6246AD764D}" presName="dstNode" presStyleLbl="node1" presStyleIdx="0" presStyleCnt="4"/>
      <dgm:spPr/>
    </dgm:pt>
    <dgm:pt modelId="{0AA21820-103E-4CAF-81FD-EDC6F7D1C94A}" type="pres">
      <dgm:prSet presAssocID="{E87AB2D6-4719-4129-B4AE-368E4481A614}" presName="text_1" presStyleLbl="node1" presStyleIdx="0" presStyleCnt="4">
        <dgm:presLayoutVars>
          <dgm:bulletEnabled val="1"/>
        </dgm:presLayoutVars>
      </dgm:prSet>
      <dgm:spPr/>
    </dgm:pt>
    <dgm:pt modelId="{694CF606-46A5-4671-A796-7A22352460AC}" type="pres">
      <dgm:prSet presAssocID="{E87AB2D6-4719-4129-B4AE-368E4481A614}" presName="accent_1" presStyleCnt="0"/>
      <dgm:spPr/>
    </dgm:pt>
    <dgm:pt modelId="{7E6A6080-C281-402C-89B2-C3B3761ED4A0}" type="pres">
      <dgm:prSet presAssocID="{E87AB2D6-4719-4129-B4AE-368E4481A614}" presName="accentRepeatNode" presStyleLbl="solidFgAcc1" presStyleIdx="0" presStyleCnt="4"/>
      <dgm:spPr/>
    </dgm:pt>
    <dgm:pt modelId="{A9E300A6-6369-41D3-A467-4BAB706D4182}" type="pres">
      <dgm:prSet presAssocID="{2609CEE1-434F-4143-AE9F-79E825889628}" presName="text_2" presStyleLbl="node1" presStyleIdx="1" presStyleCnt="4">
        <dgm:presLayoutVars>
          <dgm:bulletEnabled val="1"/>
        </dgm:presLayoutVars>
      </dgm:prSet>
      <dgm:spPr/>
    </dgm:pt>
    <dgm:pt modelId="{63C791DC-7F71-428A-B583-8FB70FDEBBD1}" type="pres">
      <dgm:prSet presAssocID="{2609CEE1-434F-4143-AE9F-79E825889628}" presName="accent_2" presStyleCnt="0"/>
      <dgm:spPr/>
    </dgm:pt>
    <dgm:pt modelId="{6E342169-A360-48F8-B51A-D1E2EAA517E8}" type="pres">
      <dgm:prSet presAssocID="{2609CEE1-434F-4143-AE9F-79E825889628}" presName="accentRepeatNode" presStyleLbl="solidFgAcc1" presStyleIdx="1" presStyleCnt="4"/>
      <dgm:spPr/>
    </dgm:pt>
    <dgm:pt modelId="{E7E94356-C0B4-497D-BA0F-3D385237A32B}" type="pres">
      <dgm:prSet presAssocID="{DF5AD731-9EB6-4DF7-A8C1-1F9BCEBE87C1}" presName="text_3" presStyleLbl="node1" presStyleIdx="2" presStyleCnt="4">
        <dgm:presLayoutVars>
          <dgm:bulletEnabled val="1"/>
        </dgm:presLayoutVars>
      </dgm:prSet>
      <dgm:spPr/>
    </dgm:pt>
    <dgm:pt modelId="{A3950AA0-6B0B-44A4-9ABB-3EA590B9F820}" type="pres">
      <dgm:prSet presAssocID="{DF5AD731-9EB6-4DF7-A8C1-1F9BCEBE87C1}" presName="accent_3" presStyleCnt="0"/>
      <dgm:spPr/>
    </dgm:pt>
    <dgm:pt modelId="{4D048F51-0A8B-47C6-9BFA-FBE523D05804}" type="pres">
      <dgm:prSet presAssocID="{DF5AD731-9EB6-4DF7-A8C1-1F9BCEBE87C1}" presName="accentRepeatNode" presStyleLbl="solidFgAcc1" presStyleIdx="2" presStyleCnt="4"/>
      <dgm:spPr/>
    </dgm:pt>
    <dgm:pt modelId="{D81E3F8E-AD78-4403-9AC7-3425E3600552}" type="pres">
      <dgm:prSet presAssocID="{85CDA428-F3EA-41FD-94A4-A390EA99F4EA}" presName="text_4" presStyleLbl="node1" presStyleIdx="3" presStyleCnt="4">
        <dgm:presLayoutVars>
          <dgm:bulletEnabled val="1"/>
        </dgm:presLayoutVars>
      </dgm:prSet>
      <dgm:spPr/>
    </dgm:pt>
    <dgm:pt modelId="{0B4F8893-BF6A-4C56-9B19-A2F30468A8D3}" type="pres">
      <dgm:prSet presAssocID="{85CDA428-F3EA-41FD-94A4-A390EA99F4EA}" presName="accent_4" presStyleCnt="0"/>
      <dgm:spPr/>
    </dgm:pt>
    <dgm:pt modelId="{1071E45F-4A00-46EA-8966-D39323C1AFB1}" type="pres">
      <dgm:prSet presAssocID="{85CDA428-F3EA-41FD-94A4-A390EA99F4EA}" presName="accentRepeatNode" presStyleLbl="solidFgAcc1" presStyleIdx="3" presStyleCnt="4"/>
      <dgm:spPr/>
    </dgm:pt>
  </dgm:ptLst>
  <dgm:cxnLst>
    <dgm:cxn modelId="{0FAD8502-DF91-43A9-9AC9-A3C5B9FA417B}" type="presOf" srcId="{2609CEE1-434F-4143-AE9F-79E825889628}" destId="{A9E300A6-6369-41D3-A467-4BAB706D4182}" srcOrd="0" destOrd="0" presId="urn:microsoft.com/office/officeart/2008/layout/VerticalCurvedList"/>
    <dgm:cxn modelId="{14CB7E2D-B058-41E0-8B64-7762654F6F68}" srcId="{F3F1A3E0-2C3E-4E63-AB80-CF6246AD764D}" destId="{2609CEE1-434F-4143-AE9F-79E825889628}" srcOrd="1" destOrd="0" parTransId="{4C11FD56-C357-4577-8F4E-533E832A53C7}" sibTransId="{39582E4B-07D6-4897-907F-30C99C45B4A4}"/>
    <dgm:cxn modelId="{8948884C-4CF1-451F-B057-16E04C2DF8ED}" srcId="{F3F1A3E0-2C3E-4E63-AB80-CF6246AD764D}" destId="{85CDA428-F3EA-41FD-94A4-A390EA99F4EA}" srcOrd="3" destOrd="0" parTransId="{93B5E7AA-3C12-49D0-B196-7B12A746FF4D}" sibTransId="{558DD18F-AAC6-441C-A7A3-9DC1C19D7217}"/>
    <dgm:cxn modelId="{26E20595-99FB-460D-97F6-B4A0DAC80E4E}" type="presOf" srcId="{85CDA428-F3EA-41FD-94A4-A390EA99F4EA}" destId="{D81E3F8E-AD78-4403-9AC7-3425E3600552}" srcOrd="0" destOrd="0" presId="urn:microsoft.com/office/officeart/2008/layout/VerticalCurvedList"/>
    <dgm:cxn modelId="{A41E00A6-FA6F-47BF-A92E-BD38EE6A8F62}" type="presOf" srcId="{F3F1A3E0-2C3E-4E63-AB80-CF6246AD764D}" destId="{F1F9E337-88FD-405B-9385-26B89DF67E2E}" srcOrd="0" destOrd="0" presId="urn:microsoft.com/office/officeart/2008/layout/VerticalCurvedList"/>
    <dgm:cxn modelId="{8947D9AA-70BB-4F19-9796-32162762FEAB}" srcId="{F3F1A3E0-2C3E-4E63-AB80-CF6246AD764D}" destId="{E87AB2D6-4719-4129-B4AE-368E4481A614}" srcOrd="0" destOrd="0" parTransId="{DEC46F7A-BC61-49AD-9825-DAEC80C63638}" sibTransId="{C02E09EE-49BC-4ACD-8BFF-40250ED751A1}"/>
    <dgm:cxn modelId="{D8C618DB-4B74-4105-A63A-E7704E639BD4}" srcId="{F3F1A3E0-2C3E-4E63-AB80-CF6246AD764D}" destId="{DF5AD731-9EB6-4DF7-A8C1-1F9BCEBE87C1}" srcOrd="2" destOrd="0" parTransId="{D72109B3-A684-4DED-B554-328BF9DB1A67}" sibTransId="{552B2229-BE30-4FA7-940C-53CF09814260}"/>
    <dgm:cxn modelId="{F8A5F8E7-31BC-4A28-AA57-508CE400FC3F}" type="presOf" srcId="{E87AB2D6-4719-4129-B4AE-368E4481A614}" destId="{0AA21820-103E-4CAF-81FD-EDC6F7D1C94A}" srcOrd="0" destOrd="0" presId="urn:microsoft.com/office/officeart/2008/layout/VerticalCurvedList"/>
    <dgm:cxn modelId="{95101BF8-2539-404E-BCB5-DBB0944B73C2}" type="presOf" srcId="{C02E09EE-49BC-4ACD-8BFF-40250ED751A1}" destId="{ABA34E6D-D1E6-47D8-97DC-384DFC154364}" srcOrd="0" destOrd="0" presId="urn:microsoft.com/office/officeart/2008/layout/VerticalCurvedList"/>
    <dgm:cxn modelId="{71CA1BFF-493F-4113-8AFF-74795DD8948C}" type="presOf" srcId="{DF5AD731-9EB6-4DF7-A8C1-1F9BCEBE87C1}" destId="{E7E94356-C0B4-497D-BA0F-3D385237A32B}" srcOrd="0" destOrd="0" presId="urn:microsoft.com/office/officeart/2008/layout/VerticalCurvedList"/>
    <dgm:cxn modelId="{EB463EFD-89A3-40DC-8838-17C3EECE5190}" type="presParOf" srcId="{F1F9E337-88FD-405B-9385-26B89DF67E2E}" destId="{13A3069C-0CE7-4CBF-9B0D-8C6CA69CA40E}" srcOrd="0" destOrd="0" presId="urn:microsoft.com/office/officeart/2008/layout/VerticalCurvedList"/>
    <dgm:cxn modelId="{53818A45-FA83-4CDD-B0C5-FCE612D3A2DD}" type="presParOf" srcId="{13A3069C-0CE7-4CBF-9B0D-8C6CA69CA40E}" destId="{2CE0267C-FA57-4930-9276-F48EC1DE8856}" srcOrd="0" destOrd="0" presId="urn:microsoft.com/office/officeart/2008/layout/VerticalCurvedList"/>
    <dgm:cxn modelId="{BD22B3F0-01A3-4C8C-9AF4-F5359B1B8667}" type="presParOf" srcId="{2CE0267C-FA57-4930-9276-F48EC1DE8856}" destId="{7873138A-9C74-45A1-B7FE-EB63F33881F9}" srcOrd="0" destOrd="0" presId="urn:microsoft.com/office/officeart/2008/layout/VerticalCurvedList"/>
    <dgm:cxn modelId="{1640D15D-D04C-4632-A5F5-F81BA02F0B82}" type="presParOf" srcId="{2CE0267C-FA57-4930-9276-F48EC1DE8856}" destId="{ABA34E6D-D1E6-47D8-97DC-384DFC154364}" srcOrd="1" destOrd="0" presId="urn:microsoft.com/office/officeart/2008/layout/VerticalCurvedList"/>
    <dgm:cxn modelId="{3F216CE1-0278-4A93-82ED-FB89D48A5CE1}" type="presParOf" srcId="{2CE0267C-FA57-4930-9276-F48EC1DE8856}" destId="{7B1F026E-2290-404D-81CC-E641B4D2D57B}" srcOrd="2" destOrd="0" presId="urn:microsoft.com/office/officeart/2008/layout/VerticalCurvedList"/>
    <dgm:cxn modelId="{D2692A89-0B8B-4CCD-8909-BE0A9DA2F572}" type="presParOf" srcId="{2CE0267C-FA57-4930-9276-F48EC1DE8856}" destId="{7FEE94D5-AF4B-44D3-8B08-96185D077008}" srcOrd="3" destOrd="0" presId="urn:microsoft.com/office/officeart/2008/layout/VerticalCurvedList"/>
    <dgm:cxn modelId="{4B528BA5-7EBE-48C7-8245-D65527785F5B}" type="presParOf" srcId="{13A3069C-0CE7-4CBF-9B0D-8C6CA69CA40E}" destId="{0AA21820-103E-4CAF-81FD-EDC6F7D1C94A}" srcOrd="1" destOrd="0" presId="urn:microsoft.com/office/officeart/2008/layout/VerticalCurvedList"/>
    <dgm:cxn modelId="{2916999C-73A7-40E9-A814-D6DDC5C0F741}" type="presParOf" srcId="{13A3069C-0CE7-4CBF-9B0D-8C6CA69CA40E}" destId="{694CF606-46A5-4671-A796-7A22352460AC}" srcOrd="2" destOrd="0" presId="urn:microsoft.com/office/officeart/2008/layout/VerticalCurvedList"/>
    <dgm:cxn modelId="{B7679CBC-9312-413F-A94B-CA387115EB2A}" type="presParOf" srcId="{694CF606-46A5-4671-A796-7A22352460AC}" destId="{7E6A6080-C281-402C-89B2-C3B3761ED4A0}" srcOrd="0" destOrd="0" presId="urn:microsoft.com/office/officeart/2008/layout/VerticalCurvedList"/>
    <dgm:cxn modelId="{8AF785A3-C6A0-4631-B35E-65F6DA3BA74B}" type="presParOf" srcId="{13A3069C-0CE7-4CBF-9B0D-8C6CA69CA40E}" destId="{A9E300A6-6369-41D3-A467-4BAB706D4182}" srcOrd="3" destOrd="0" presId="urn:microsoft.com/office/officeart/2008/layout/VerticalCurvedList"/>
    <dgm:cxn modelId="{B4818739-5739-42B4-A703-9CF056ECFB1A}" type="presParOf" srcId="{13A3069C-0CE7-4CBF-9B0D-8C6CA69CA40E}" destId="{63C791DC-7F71-428A-B583-8FB70FDEBBD1}" srcOrd="4" destOrd="0" presId="urn:microsoft.com/office/officeart/2008/layout/VerticalCurvedList"/>
    <dgm:cxn modelId="{DAA594EF-1943-4F0A-AA6C-11671CE5BF27}" type="presParOf" srcId="{63C791DC-7F71-428A-B583-8FB70FDEBBD1}" destId="{6E342169-A360-48F8-B51A-D1E2EAA517E8}" srcOrd="0" destOrd="0" presId="urn:microsoft.com/office/officeart/2008/layout/VerticalCurvedList"/>
    <dgm:cxn modelId="{4B55445C-7479-4666-A29F-2C0AFBA0D907}" type="presParOf" srcId="{13A3069C-0CE7-4CBF-9B0D-8C6CA69CA40E}" destId="{E7E94356-C0B4-497D-BA0F-3D385237A32B}" srcOrd="5" destOrd="0" presId="urn:microsoft.com/office/officeart/2008/layout/VerticalCurvedList"/>
    <dgm:cxn modelId="{6BF4A0A6-1974-426A-9730-2AE01084F3D7}" type="presParOf" srcId="{13A3069C-0CE7-4CBF-9B0D-8C6CA69CA40E}" destId="{A3950AA0-6B0B-44A4-9ABB-3EA590B9F820}" srcOrd="6" destOrd="0" presId="urn:microsoft.com/office/officeart/2008/layout/VerticalCurvedList"/>
    <dgm:cxn modelId="{5344FDFC-A2FB-4F03-A17C-965F92B62A42}" type="presParOf" srcId="{A3950AA0-6B0B-44A4-9ABB-3EA590B9F820}" destId="{4D048F51-0A8B-47C6-9BFA-FBE523D05804}" srcOrd="0" destOrd="0" presId="urn:microsoft.com/office/officeart/2008/layout/VerticalCurvedList"/>
    <dgm:cxn modelId="{D697E8C7-3491-44BC-87A5-B2373E4DD87A}" type="presParOf" srcId="{13A3069C-0CE7-4CBF-9B0D-8C6CA69CA40E}" destId="{D81E3F8E-AD78-4403-9AC7-3425E3600552}" srcOrd="7" destOrd="0" presId="urn:microsoft.com/office/officeart/2008/layout/VerticalCurvedList"/>
    <dgm:cxn modelId="{F33624C2-2C66-477F-BCB7-05248F6DDB56}" type="presParOf" srcId="{13A3069C-0CE7-4CBF-9B0D-8C6CA69CA40E}" destId="{0B4F8893-BF6A-4C56-9B19-A2F30468A8D3}" srcOrd="8" destOrd="0" presId="urn:microsoft.com/office/officeart/2008/layout/VerticalCurvedList"/>
    <dgm:cxn modelId="{BB9EB6AC-A433-466F-A80F-0401062A1184}" type="presParOf" srcId="{0B4F8893-BF6A-4C56-9B19-A2F30468A8D3}" destId="{1071E45F-4A00-46EA-8966-D39323C1AFB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3CD39A-D583-4D46-8125-ED657E331105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B59497B3-315E-4DF8-AE53-BD0262623523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Dashboard benefits remain underexplored empirically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443E81-5B37-4EE7-99C6-46434C182F9A}" type="parTrans" cxnId="{6A1FCCEE-FB48-4AC9-82FE-7454DFA76AEE}">
      <dgm:prSet/>
      <dgm:spPr/>
      <dgm:t>
        <a:bodyPr/>
        <a:lstStyle/>
        <a:p>
          <a:endParaRPr lang="en-IN"/>
        </a:p>
      </dgm:t>
    </dgm:pt>
    <dgm:pt modelId="{60C89CC6-9A98-48D7-B628-73CFC466D673}" type="sibTrans" cxnId="{6A1FCCEE-FB48-4AC9-82FE-7454DFA76AEE}">
      <dgm:prSet/>
      <dgm:spPr/>
      <dgm:t>
        <a:bodyPr/>
        <a:lstStyle/>
        <a:p>
          <a:endParaRPr lang="en-IN"/>
        </a:p>
      </dgm:t>
    </dgm:pt>
    <dgm:pt modelId="{3ED5DDAF-2527-4624-9B19-D4C980FA54F0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focus on estimation-specific dashboard impacts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C8DB0B-EA5E-47C0-B8E4-74BBEC7C4434}" type="parTrans" cxnId="{3E1A85F8-AD36-4D44-A37B-FE2FE1D2FEC4}">
      <dgm:prSet/>
      <dgm:spPr/>
      <dgm:t>
        <a:bodyPr/>
        <a:lstStyle/>
        <a:p>
          <a:endParaRPr lang="en-IN"/>
        </a:p>
      </dgm:t>
    </dgm:pt>
    <dgm:pt modelId="{1FD52AAE-6E17-4DF2-8C6F-7EDCD42BC082}" type="sibTrans" cxnId="{3E1A85F8-AD36-4D44-A37B-FE2FE1D2FEC4}">
      <dgm:prSet/>
      <dgm:spPr/>
      <dgm:t>
        <a:bodyPr/>
        <a:lstStyle/>
        <a:p>
          <a:endParaRPr lang="en-IN"/>
        </a:p>
      </dgm:t>
    </dgm:pt>
    <dgm:pt modelId="{D9FC6A98-D57A-4E67-8B74-F1CAD7705E32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Inconsistent dashboard adoption across organisations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F1A19-CD7E-48CE-8AAC-02276CC6B209}" type="parTrans" cxnId="{FB51C68D-9960-42A5-A991-0DA193522923}">
      <dgm:prSet/>
      <dgm:spPr/>
      <dgm:t>
        <a:bodyPr/>
        <a:lstStyle/>
        <a:p>
          <a:endParaRPr lang="en-IN"/>
        </a:p>
      </dgm:t>
    </dgm:pt>
    <dgm:pt modelId="{8BC8EC90-6885-4F5B-B45C-BB1C85E0D10E}" type="sibTrans" cxnId="{FB51C68D-9960-42A5-A991-0DA193522923}">
      <dgm:prSet/>
      <dgm:spPr/>
      <dgm:t>
        <a:bodyPr/>
        <a:lstStyle/>
        <a:p>
          <a:endParaRPr lang="en-IN"/>
        </a:p>
      </dgm:t>
    </dgm:pt>
    <dgm:pt modelId="{8BDAD435-4686-4023-8FA9-1BC092E0395E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Need evidence-based evaluation frameworks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29FE39-127B-45AF-AF17-3FDAE5B029FA}" type="parTrans" cxnId="{E1F8D7E6-A624-42AD-902F-9A57AD6E678F}">
      <dgm:prSet/>
      <dgm:spPr/>
      <dgm:t>
        <a:bodyPr/>
        <a:lstStyle/>
        <a:p>
          <a:endParaRPr lang="en-IN"/>
        </a:p>
      </dgm:t>
    </dgm:pt>
    <dgm:pt modelId="{CAD40E61-8172-40CE-BFDB-CFE58AED9D22}" type="sibTrans" cxnId="{E1F8D7E6-A624-42AD-902F-9A57AD6E678F}">
      <dgm:prSet/>
      <dgm:spPr/>
      <dgm:t>
        <a:bodyPr/>
        <a:lstStyle/>
        <a:p>
          <a:endParaRPr lang="en-IN"/>
        </a:p>
      </dgm:t>
    </dgm:pt>
    <dgm:pt modelId="{4645B657-3245-4A26-981F-62D01AA071C5}" type="pres">
      <dgm:prSet presAssocID="{653CD39A-D583-4D46-8125-ED657E331105}" presName="Name0" presStyleCnt="0">
        <dgm:presLayoutVars>
          <dgm:dir/>
          <dgm:animLvl val="lvl"/>
          <dgm:resizeHandles val="exact"/>
        </dgm:presLayoutVars>
      </dgm:prSet>
      <dgm:spPr/>
    </dgm:pt>
    <dgm:pt modelId="{ECA5B7E5-DA55-4762-8C94-9060DD9A50F0}" type="pres">
      <dgm:prSet presAssocID="{8BDAD435-4686-4023-8FA9-1BC092E0395E}" presName="boxAndChildren" presStyleCnt="0"/>
      <dgm:spPr/>
    </dgm:pt>
    <dgm:pt modelId="{01D7DCB1-3458-4472-84C6-2FC20015C9DD}" type="pres">
      <dgm:prSet presAssocID="{8BDAD435-4686-4023-8FA9-1BC092E0395E}" presName="parentTextBox" presStyleLbl="node1" presStyleIdx="0" presStyleCnt="4"/>
      <dgm:spPr/>
    </dgm:pt>
    <dgm:pt modelId="{03089AF1-A3A2-4FB8-98E4-973FEE66550E}" type="pres">
      <dgm:prSet presAssocID="{8BC8EC90-6885-4F5B-B45C-BB1C85E0D10E}" presName="sp" presStyleCnt="0"/>
      <dgm:spPr/>
    </dgm:pt>
    <dgm:pt modelId="{5EB532C3-7284-4AE3-85F7-DCC9999441F6}" type="pres">
      <dgm:prSet presAssocID="{D9FC6A98-D57A-4E67-8B74-F1CAD7705E32}" presName="arrowAndChildren" presStyleCnt="0"/>
      <dgm:spPr/>
    </dgm:pt>
    <dgm:pt modelId="{A954609B-EA6B-463B-BE98-71A750D2D20A}" type="pres">
      <dgm:prSet presAssocID="{D9FC6A98-D57A-4E67-8B74-F1CAD7705E32}" presName="parentTextArrow" presStyleLbl="node1" presStyleIdx="1" presStyleCnt="4"/>
      <dgm:spPr/>
    </dgm:pt>
    <dgm:pt modelId="{4440F253-702D-44A4-8286-83EC64BB24D7}" type="pres">
      <dgm:prSet presAssocID="{1FD52AAE-6E17-4DF2-8C6F-7EDCD42BC082}" presName="sp" presStyleCnt="0"/>
      <dgm:spPr/>
    </dgm:pt>
    <dgm:pt modelId="{8FCBFCDC-07D3-4AEA-998B-FF7890BDC680}" type="pres">
      <dgm:prSet presAssocID="{3ED5DDAF-2527-4624-9B19-D4C980FA54F0}" presName="arrowAndChildren" presStyleCnt="0"/>
      <dgm:spPr/>
    </dgm:pt>
    <dgm:pt modelId="{CAC31CC8-A903-4170-8C6D-A8D531159C84}" type="pres">
      <dgm:prSet presAssocID="{3ED5DDAF-2527-4624-9B19-D4C980FA54F0}" presName="parentTextArrow" presStyleLbl="node1" presStyleIdx="2" presStyleCnt="4"/>
      <dgm:spPr/>
    </dgm:pt>
    <dgm:pt modelId="{954A570D-9A8E-4ADF-8DA4-CE2A4E7A2CB3}" type="pres">
      <dgm:prSet presAssocID="{60C89CC6-9A98-48D7-B628-73CFC466D673}" presName="sp" presStyleCnt="0"/>
      <dgm:spPr/>
    </dgm:pt>
    <dgm:pt modelId="{C3715A7F-75F6-4DE5-B742-8BCFE0832668}" type="pres">
      <dgm:prSet presAssocID="{B59497B3-315E-4DF8-AE53-BD0262623523}" presName="arrowAndChildren" presStyleCnt="0"/>
      <dgm:spPr/>
    </dgm:pt>
    <dgm:pt modelId="{E754A525-0A97-46C0-900B-26CC0807589F}" type="pres">
      <dgm:prSet presAssocID="{B59497B3-315E-4DF8-AE53-BD0262623523}" presName="parentTextArrow" presStyleLbl="node1" presStyleIdx="3" presStyleCnt="4"/>
      <dgm:spPr/>
    </dgm:pt>
  </dgm:ptLst>
  <dgm:cxnLst>
    <dgm:cxn modelId="{A3752B0E-CD43-4861-830F-0F83E44D21F1}" type="presOf" srcId="{653CD39A-D583-4D46-8125-ED657E331105}" destId="{4645B657-3245-4A26-981F-62D01AA071C5}" srcOrd="0" destOrd="0" presId="urn:microsoft.com/office/officeart/2005/8/layout/process4"/>
    <dgm:cxn modelId="{74F54B10-2803-4C60-9376-7169C85C251A}" type="presOf" srcId="{B59497B3-315E-4DF8-AE53-BD0262623523}" destId="{E754A525-0A97-46C0-900B-26CC0807589F}" srcOrd="0" destOrd="0" presId="urn:microsoft.com/office/officeart/2005/8/layout/process4"/>
    <dgm:cxn modelId="{995FF924-06C5-48F7-99B6-D15BE6B97213}" type="presOf" srcId="{8BDAD435-4686-4023-8FA9-1BC092E0395E}" destId="{01D7DCB1-3458-4472-84C6-2FC20015C9DD}" srcOrd="0" destOrd="0" presId="urn:microsoft.com/office/officeart/2005/8/layout/process4"/>
    <dgm:cxn modelId="{F1195467-ADCC-4A79-AF4B-7A605A5FAD9F}" type="presOf" srcId="{3ED5DDAF-2527-4624-9B19-D4C980FA54F0}" destId="{CAC31CC8-A903-4170-8C6D-A8D531159C84}" srcOrd="0" destOrd="0" presId="urn:microsoft.com/office/officeart/2005/8/layout/process4"/>
    <dgm:cxn modelId="{FB51C68D-9960-42A5-A991-0DA193522923}" srcId="{653CD39A-D583-4D46-8125-ED657E331105}" destId="{D9FC6A98-D57A-4E67-8B74-F1CAD7705E32}" srcOrd="2" destOrd="0" parTransId="{AB3F1A19-CD7E-48CE-8AAC-02276CC6B209}" sibTransId="{8BC8EC90-6885-4F5B-B45C-BB1C85E0D10E}"/>
    <dgm:cxn modelId="{B0A515BB-31D7-4163-B5DE-E90CE9DE3B20}" type="presOf" srcId="{D9FC6A98-D57A-4E67-8B74-F1CAD7705E32}" destId="{A954609B-EA6B-463B-BE98-71A750D2D20A}" srcOrd="0" destOrd="0" presId="urn:microsoft.com/office/officeart/2005/8/layout/process4"/>
    <dgm:cxn modelId="{E1F8D7E6-A624-42AD-902F-9A57AD6E678F}" srcId="{653CD39A-D583-4D46-8125-ED657E331105}" destId="{8BDAD435-4686-4023-8FA9-1BC092E0395E}" srcOrd="3" destOrd="0" parTransId="{3329FE39-127B-45AF-AF17-3FDAE5B029FA}" sibTransId="{CAD40E61-8172-40CE-BFDB-CFE58AED9D22}"/>
    <dgm:cxn modelId="{6A1FCCEE-FB48-4AC9-82FE-7454DFA76AEE}" srcId="{653CD39A-D583-4D46-8125-ED657E331105}" destId="{B59497B3-315E-4DF8-AE53-BD0262623523}" srcOrd="0" destOrd="0" parTransId="{20443E81-5B37-4EE7-99C6-46434C182F9A}" sibTransId="{60C89CC6-9A98-48D7-B628-73CFC466D673}"/>
    <dgm:cxn modelId="{3E1A85F8-AD36-4D44-A37B-FE2FE1D2FEC4}" srcId="{653CD39A-D583-4D46-8125-ED657E331105}" destId="{3ED5DDAF-2527-4624-9B19-D4C980FA54F0}" srcOrd="1" destOrd="0" parTransId="{33C8DB0B-EA5E-47C0-B8E4-74BBEC7C4434}" sibTransId="{1FD52AAE-6E17-4DF2-8C6F-7EDCD42BC082}"/>
    <dgm:cxn modelId="{D0CFE140-F711-4193-B0CD-37FE16E50B55}" type="presParOf" srcId="{4645B657-3245-4A26-981F-62D01AA071C5}" destId="{ECA5B7E5-DA55-4762-8C94-9060DD9A50F0}" srcOrd="0" destOrd="0" presId="urn:microsoft.com/office/officeart/2005/8/layout/process4"/>
    <dgm:cxn modelId="{94BD9AC6-14E4-431A-AADD-2DF4751343E9}" type="presParOf" srcId="{ECA5B7E5-DA55-4762-8C94-9060DD9A50F0}" destId="{01D7DCB1-3458-4472-84C6-2FC20015C9DD}" srcOrd="0" destOrd="0" presId="urn:microsoft.com/office/officeart/2005/8/layout/process4"/>
    <dgm:cxn modelId="{CCCE0E02-CA6D-453B-B493-C86AF48C1D1D}" type="presParOf" srcId="{4645B657-3245-4A26-981F-62D01AA071C5}" destId="{03089AF1-A3A2-4FB8-98E4-973FEE66550E}" srcOrd="1" destOrd="0" presId="urn:microsoft.com/office/officeart/2005/8/layout/process4"/>
    <dgm:cxn modelId="{642A3A47-3541-44B2-B79C-2E51D9FE85C3}" type="presParOf" srcId="{4645B657-3245-4A26-981F-62D01AA071C5}" destId="{5EB532C3-7284-4AE3-85F7-DCC9999441F6}" srcOrd="2" destOrd="0" presId="urn:microsoft.com/office/officeart/2005/8/layout/process4"/>
    <dgm:cxn modelId="{7D2D51AF-DBF6-4453-A4CB-81BE06014D78}" type="presParOf" srcId="{5EB532C3-7284-4AE3-85F7-DCC9999441F6}" destId="{A954609B-EA6B-463B-BE98-71A750D2D20A}" srcOrd="0" destOrd="0" presId="urn:microsoft.com/office/officeart/2005/8/layout/process4"/>
    <dgm:cxn modelId="{12F9C1F6-949C-4232-812E-952C287A4061}" type="presParOf" srcId="{4645B657-3245-4A26-981F-62D01AA071C5}" destId="{4440F253-702D-44A4-8286-83EC64BB24D7}" srcOrd="3" destOrd="0" presId="urn:microsoft.com/office/officeart/2005/8/layout/process4"/>
    <dgm:cxn modelId="{BCF70B8C-2BC2-4342-BA63-0044182E69B9}" type="presParOf" srcId="{4645B657-3245-4A26-981F-62D01AA071C5}" destId="{8FCBFCDC-07D3-4AEA-998B-FF7890BDC680}" srcOrd="4" destOrd="0" presId="urn:microsoft.com/office/officeart/2005/8/layout/process4"/>
    <dgm:cxn modelId="{09B7A404-884B-45E4-8DFC-78BA0FD68D83}" type="presParOf" srcId="{8FCBFCDC-07D3-4AEA-998B-FF7890BDC680}" destId="{CAC31CC8-A903-4170-8C6D-A8D531159C84}" srcOrd="0" destOrd="0" presId="urn:microsoft.com/office/officeart/2005/8/layout/process4"/>
    <dgm:cxn modelId="{0B068D71-0695-429A-866A-11736F55E545}" type="presParOf" srcId="{4645B657-3245-4A26-981F-62D01AA071C5}" destId="{954A570D-9A8E-4ADF-8DA4-CE2A4E7A2CB3}" srcOrd="5" destOrd="0" presId="urn:microsoft.com/office/officeart/2005/8/layout/process4"/>
    <dgm:cxn modelId="{AFAFBB5A-411A-46CA-8F6A-5E66D71E0B31}" type="presParOf" srcId="{4645B657-3245-4A26-981F-62D01AA071C5}" destId="{C3715A7F-75F6-4DE5-B742-8BCFE0832668}" srcOrd="6" destOrd="0" presId="urn:microsoft.com/office/officeart/2005/8/layout/process4"/>
    <dgm:cxn modelId="{3B8F81EA-6CA1-40FA-A5F0-7CF51F7A7C14}" type="presParOf" srcId="{C3715A7F-75F6-4DE5-B742-8BCFE0832668}" destId="{E754A525-0A97-46C0-900B-26CC0807589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AA4499-E8C5-48DA-9E0A-92669A603BA8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9F2922B6-D50A-415B-A93F-323DE10E098B}">
      <dgm:prSet custT="1"/>
      <dgm:spPr/>
      <dgm:t>
        <a:bodyPr/>
        <a:lstStyle/>
        <a:p>
          <a:r>
            <a:rPr lang="en-US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How are dashboards currently applied within construction and real estate project environments?</a:t>
          </a:r>
          <a:endParaRPr lang="en-IN" sz="2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E89817-063F-4830-BA19-DD05EE70B84A}" type="parTrans" cxnId="{0FCDFF80-B468-412C-B0B2-0E402DFA446B}">
      <dgm:prSet/>
      <dgm:spPr/>
      <dgm:t>
        <a:bodyPr/>
        <a:lstStyle/>
        <a:p>
          <a:endParaRPr lang="en-IN"/>
        </a:p>
      </dgm:t>
    </dgm:pt>
    <dgm:pt modelId="{84BD61C5-2567-4CD4-B2BC-13994C9A9ADF}" type="sibTrans" cxnId="{0FCDFF80-B468-412C-B0B2-0E402DFA446B}">
      <dgm:prSet/>
      <dgm:spPr/>
      <dgm:t>
        <a:bodyPr/>
        <a:lstStyle/>
        <a:p>
          <a:endParaRPr lang="en-IN"/>
        </a:p>
      </dgm:t>
    </dgm:pt>
    <dgm:pt modelId="{75963CC8-9B66-499F-9EBE-28EF73188854}">
      <dgm:prSet custT="1"/>
      <dgm:spPr/>
      <dgm:t>
        <a:bodyPr/>
        <a:lstStyle/>
        <a:p>
          <a:r>
            <a:rPr lang="en-US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What benefits and limitations of dashboard use have been identified in existing literature on construction and cost estimation?</a:t>
          </a:r>
          <a:endParaRPr lang="en-IN" sz="2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35196B-6A0C-404B-9600-8E3F6FD7C833}" type="parTrans" cxnId="{1595629A-105B-4767-B419-92EE97297BDA}">
      <dgm:prSet/>
      <dgm:spPr/>
      <dgm:t>
        <a:bodyPr/>
        <a:lstStyle/>
        <a:p>
          <a:endParaRPr lang="en-IN"/>
        </a:p>
      </dgm:t>
    </dgm:pt>
    <dgm:pt modelId="{095F245B-AF66-477D-992E-0F6446ED5B74}" type="sibTrans" cxnId="{1595629A-105B-4767-B419-92EE97297BDA}">
      <dgm:prSet/>
      <dgm:spPr/>
      <dgm:t>
        <a:bodyPr/>
        <a:lstStyle/>
        <a:p>
          <a:endParaRPr lang="en-IN"/>
        </a:p>
      </dgm:t>
    </dgm:pt>
    <dgm:pt modelId="{916F66A7-1C2F-4355-A189-29262F1A3644}">
      <dgm:prSet custT="1"/>
      <dgm:spPr/>
      <dgm:t>
        <a:bodyPr/>
        <a:lstStyle/>
        <a:p>
          <a:r>
            <a:rPr lang="en-US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In what ways do dashboards improve or influence cost estimation workflows in construction </a:t>
          </a:r>
          <a:r>
            <a:rPr lang="en-US" sz="25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organisations</a:t>
          </a:r>
          <a:r>
            <a:rPr lang="en-US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?</a:t>
          </a:r>
          <a:endParaRPr lang="en-IN" sz="2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DA6BE4-4DE4-4A05-A093-4B4BD136549A}" type="parTrans" cxnId="{4B27AD51-A1EC-4DA0-9ECA-7376E7B14487}">
      <dgm:prSet/>
      <dgm:spPr/>
      <dgm:t>
        <a:bodyPr/>
        <a:lstStyle/>
        <a:p>
          <a:endParaRPr lang="en-IN"/>
        </a:p>
      </dgm:t>
    </dgm:pt>
    <dgm:pt modelId="{D990CB58-4D9F-409B-94A9-B5B4F6EA8DC0}" type="sibTrans" cxnId="{4B27AD51-A1EC-4DA0-9ECA-7376E7B14487}">
      <dgm:prSet/>
      <dgm:spPr/>
      <dgm:t>
        <a:bodyPr/>
        <a:lstStyle/>
        <a:p>
          <a:endParaRPr lang="en-IN"/>
        </a:p>
      </dgm:t>
    </dgm:pt>
    <dgm:pt modelId="{91CA1058-4B84-4380-93C0-307C406F11F5}">
      <dgm:prSet custT="1"/>
      <dgm:spPr/>
      <dgm:t>
        <a:bodyPr/>
        <a:lstStyle/>
        <a:p>
          <a:r>
            <a:rPr lang="en-US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To what extent do dashboards support predictive or analytical decision-making during the estimation process?</a:t>
          </a:r>
          <a:endParaRPr lang="en-IN" sz="2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AF22C1-2910-45F7-BB29-1DD15D61D88C}" type="parTrans" cxnId="{2CD24F2C-03A4-4806-9F24-E825465EDF38}">
      <dgm:prSet/>
      <dgm:spPr/>
      <dgm:t>
        <a:bodyPr/>
        <a:lstStyle/>
        <a:p>
          <a:endParaRPr lang="en-IN"/>
        </a:p>
      </dgm:t>
    </dgm:pt>
    <dgm:pt modelId="{E2E83631-B777-4FB3-94C6-2E9FA1B44A1B}" type="sibTrans" cxnId="{2CD24F2C-03A4-4806-9F24-E825465EDF38}">
      <dgm:prSet/>
      <dgm:spPr/>
      <dgm:t>
        <a:bodyPr/>
        <a:lstStyle/>
        <a:p>
          <a:endParaRPr lang="en-IN"/>
        </a:p>
      </dgm:t>
    </dgm:pt>
    <dgm:pt modelId="{7D906461-EC06-4353-A592-3A8159716911}">
      <dgm:prSet custT="1"/>
      <dgm:spPr/>
      <dgm:t>
        <a:bodyPr/>
        <a:lstStyle/>
        <a:p>
          <a:r>
            <a:rPr lang="en-US" sz="2500" dirty="0">
              <a:latin typeface="Times New Roman" panose="02020603050405020304" pitchFamily="18" charset="0"/>
              <a:cs typeface="Times New Roman" panose="02020603050405020304" pitchFamily="18" charset="0"/>
            </a:rPr>
            <a:t>What gaps exist in current dashboard practices where AI-driven or advanced analytical dashboards could provide additional value??</a:t>
          </a:r>
          <a:endParaRPr lang="en-IN" sz="2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E62EED-13ED-4902-8CC3-0233EBE69FB8}" type="parTrans" cxnId="{DEDCD9C7-0997-4087-866D-DDF1E22B841E}">
      <dgm:prSet/>
      <dgm:spPr/>
      <dgm:t>
        <a:bodyPr/>
        <a:lstStyle/>
        <a:p>
          <a:endParaRPr lang="en-IN"/>
        </a:p>
      </dgm:t>
    </dgm:pt>
    <dgm:pt modelId="{52107D3E-C282-47BA-A968-6B2794EA0667}" type="sibTrans" cxnId="{DEDCD9C7-0997-4087-866D-DDF1E22B841E}">
      <dgm:prSet/>
      <dgm:spPr/>
      <dgm:t>
        <a:bodyPr/>
        <a:lstStyle/>
        <a:p>
          <a:endParaRPr lang="en-IN"/>
        </a:p>
      </dgm:t>
    </dgm:pt>
    <dgm:pt modelId="{C039B27A-23D2-4A4D-91B8-E57A27CE9389}" type="pres">
      <dgm:prSet presAssocID="{99AA4499-E8C5-48DA-9E0A-92669A603BA8}" presName="outerComposite" presStyleCnt="0">
        <dgm:presLayoutVars>
          <dgm:chMax val="5"/>
          <dgm:dir/>
          <dgm:resizeHandles val="exact"/>
        </dgm:presLayoutVars>
      </dgm:prSet>
      <dgm:spPr/>
    </dgm:pt>
    <dgm:pt modelId="{06A016B3-FBA8-4A93-A2F9-6904CDD655AC}" type="pres">
      <dgm:prSet presAssocID="{99AA4499-E8C5-48DA-9E0A-92669A603BA8}" presName="dummyMaxCanvas" presStyleCnt="0">
        <dgm:presLayoutVars/>
      </dgm:prSet>
      <dgm:spPr/>
    </dgm:pt>
    <dgm:pt modelId="{AEC0079D-65FD-46EE-98CE-654E1D5B8F07}" type="pres">
      <dgm:prSet presAssocID="{99AA4499-E8C5-48DA-9E0A-92669A603BA8}" presName="FiveNodes_1" presStyleLbl="node1" presStyleIdx="0" presStyleCnt="5">
        <dgm:presLayoutVars>
          <dgm:bulletEnabled val="1"/>
        </dgm:presLayoutVars>
      </dgm:prSet>
      <dgm:spPr/>
    </dgm:pt>
    <dgm:pt modelId="{2FF8CF2E-A586-4AC5-9E1C-6EF76D182F3E}" type="pres">
      <dgm:prSet presAssocID="{99AA4499-E8C5-48DA-9E0A-92669A603BA8}" presName="FiveNodes_2" presStyleLbl="node1" presStyleIdx="1" presStyleCnt="5">
        <dgm:presLayoutVars>
          <dgm:bulletEnabled val="1"/>
        </dgm:presLayoutVars>
      </dgm:prSet>
      <dgm:spPr/>
    </dgm:pt>
    <dgm:pt modelId="{10F57998-6168-4446-963B-CED461E8B218}" type="pres">
      <dgm:prSet presAssocID="{99AA4499-E8C5-48DA-9E0A-92669A603BA8}" presName="FiveNodes_3" presStyleLbl="node1" presStyleIdx="2" presStyleCnt="5">
        <dgm:presLayoutVars>
          <dgm:bulletEnabled val="1"/>
        </dgm:presLayoutVars>
      </dgm:prSet>
      <dgm:spPr/>
    </dgm:pt>
    <dgm:pt modelId="{EAA9FDC3-4FEE-4DEC-9201-694B0DF44B1C}" type="pres">
      <dgm:prSet presAssocID="{99AA4499-E8C5-48DA-9E0A-92669A603BA8}" presName="FiveNodes_4" presStyleLbl="node1" presStyleIdx="3" presStyleCnt="5">
        <dgm:presLayoutVars>
          <dgm:bulletEnabled val="1"/>
        </dgm:presLayoutVars>
      </dgm:prSet>
      <dgm:spPr/>
    </dgm:pt>
    <dgm:pt modelId="{B92429B4-84A6-4D32-9658-AA68866907C3}" type="pres">
      <dgm:prSet presAssocID="{99AA4499-E8C5-48DA-9E0A-92669A603BA8}" presName="FiveNodes_5" presStyleLbl="node1" presStyleIdx="4" presStyleCnt="5">
        <dgm:presLayoutVars>
          <dgm:bulletEnabled val="1"/>
        </dgm:presLayoutVars>
      </dgm:prSet>
      <dgm:spPr/>
    </dgm:pt>
    <dgm:pt modelId="{EC0D68E2-1CD3-40B6-8E67-4265FF681B54}" type="pres">
      <dgm:prSet presAssocID="{99AA4499-E8C5-48DA-9E0A-92669A603BA8}" presName="FiveConn_1-2" presStyleLbl="fgAccFollowNode1" presStyleIdx="0" presStyleCnt="4">
        <dgm:presLayoutVars>
          <dgm:bulletEnabled val="1"/>
        </dgm:presLayoutVars>
      </dgm:prSet>
      <dgm:spPr/>
    </dgm:pt>
    <dgm:pt modelId="{022D0842-7CFC-4B1D-9310-2792224334CD}" type="pres">
      <dgm:prSet presAssocID="{99AA4499-E8C5-48DA-9E0A-92669A603BA8}" presName="FiveConn_2-3" presStyleLbl="fgAccFollowNode1" presStyleIdx="1" presStyleCnt="4">
        <dgm:presLayoutVars>
          <dgm:bulletEnabled val="1"/>
        </dgm:presLayoutVars>
      </dgm:prSet>
      <dgm:spPr/>
    </dgm:pt>
    <dgm:pt modelId="{DEFB2AF0-6C6F-4372-80B3-593DCDBD795A}" type="pres">
      <dgm:prSet presAssocID="{99AA4499-E8C5-48DA-9E0A-92669A603BA8}" presName="FiveConn_3-4" presStyleLbl="fgAccFollowNode1" presStyleIdx="2" presStyleCnt="4">
        <dgm:presLayoutVars>
          <dgm:bulletEnabled val="1"/>
        </dgm:presLayoutVars>
      </dgm:prSet>
      <dgm:spPr/>
    </dgm:pt>
    <dgm:pt modelId="{FBA70613-3277-4A2B-B84E-A9F09DBA557D}" type="pres">
      <dgm:prSet presAssocID="{99AA4499-E8C5-48DA-9E0A-92669A603BA8}" presName="FiveConn_4-5" presStyleLbl="fgAccFollowNode1" presStyleIdx="3" presStyleCnt="4">
        <dgm:presLayoutVars>
          <dgm:bulletEnabled val="1"/>
        </dgm:presLayoutVars>
      </dgm:prSet>
      <dgm:spPr/>
    </dgm:pt>
    <dgm:pt modelId="{8FD2ED24-D7A7-43F7-A00E-B8333896E8D2}" type="pres">
      <dgm:prSet presAssocID="{99AA4499-E8C5-48DA-9E0A-92669A603BA8}" presName="FiveNodes_1_text" presStyleLbl="node1" presStyleIdx="4" presStyleCnt="5">
        <dgm:presLayoutVars>
          <dgm:bulletEnabled val="1"/>
        </dgm:presLayoutVars>
      </dgm:prSet>
      <dgm:spPr/>
    </dgm:pt>
    <dgm:pt modelId="{F2F55609-D985-4683-8097-A50815142C8D}" type="pres">
      <dgm:prSet presAssocID="{99AA4499-E8C5-48DA-9E0A-92669A603BA8}" presName="FiveNodes_2_text" presStyleLbl="node1" presStyleIdx="4" presStyleCnt="5">
        <dgm:presLayoutVars>
          <dgm:bulletEnabled val="1"/>
        </dgm:presLayoutVars>
      </dgm:prSet>
      <dgm:spPr/>
    </dgm:pt>
    <dgm:pt modelId="{A520FD6D-0062-4B67-B052-974FE48B5ADC}" type="pres">
      <dgm:prSet presAssocID="{99AA4499-E8C5-48DA-9E0A-92669A603BA8}" presName="FiveNodes_3_text" presStyleLbl="node1" presStyleIdx="4" presStyleCnt="5">
        <dgm:presLayoutVars>
          <dgm:bulletEnabled val="1"/>
        </dgm:presLayoutVars>
      </dgm:prSet>
      <dgm:spPr/>
    </dgm:pt>
    <dgm:pt modelId="{107074D6-A473-480B-B84C-F9826AB2E811}" type="pres">
      <dgm:prSet presAssocID="{99AA4499-E8C5-48DA-9E0A-92669A603BA8}" presName="FiveNodes_4_text" presStyleLbl="node1" presStyleIdx="4" presStyleCnt="5">
        <dgm:presLayoutVars>
          <dgm:bulletEnabled val="1"/>
        </dgm:presLayoutVars>
      </dgm:prSet>
      <dgm:spPr/>
    </dgm:pt>
    <dgm:pt modelId="{ABB81E0B-BC07-48FC-B09D-7066FC5B8B3A}" type="pres">
      <dgm:prSet presAssocID="{99AA4499-E8C5-48DA-9E0A-92669A603BA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83ABD08-BAD7-4EA6-BD0C-F1287FB96E44}" type="presOf" srcId="{D990CB58-4D9F-409B-94A9-B5B4F6EA8DC0}" destId="{DEFB2AF0-6C6F-4372-80B3-593DCDBD795A}" srcOrd="0" destOrd="0" presId="urn:microsoft.com/office/officeart/2005/8/layout/vProcess5"/>
    <dgm:cxn modelId="{D202EA1D-C38D-49E3-A52D-A5ECD0CE583B}" type="presOf" srcId="{095F245B-AF66-477D-992E-0F6446ED5B74}" destId="{022D0842-7CFC-4B1D-9310-2792224334CD}" srcOrd="0" destOrd="0" presId="urn:microsoft.com/office/officeart/2005/8/layout/vProcess5"/>
    <dgm:cxn modelId="{6B8FFA25-EDBE-4376-9A56-17AC3A4101B1}" type="presOf" srcId="{99AA4499-E8C5-48DA-9E0A-92669A603BA8}" destId="{C039B27A-23D2-4A4D-91B8-E57A27CE9389}" srcOrd="0" destOrd="0" presId="urn:microsoft.com/office/officeart/2005/8/layout/vProcess5"/>
    <dgm:cxn modelId="{2CD24F2C-03A4-4806-9F24-E825465EDF38}" srcId="{99AA4499-E8C5-48DA-9E0A-92669A603BA8}" destId="{91CA1058-4B84-4380-93C0-307C406F11F5}" srcOrd="3" destOrd="0" parTransId="{54AF22C1-2910-45F7-BB29-1DD15D61D88C}" sibTransId="{E2E83631-B777-4FB3-94C6-2E9FA1B44A1B}"/>
    <dgm:cxn modelId="{13B40E30-CE08-4569-9637-C53C7B4DC38D}" type="presOf" srcId="{84BD61C5-2567-4CD4-B2BC-13994C9A9ADF}" destId="{EC0D68E2-1CD3-40B6-8E67-4265FF681B54}" srcOrd="0" destOrd="0" presId="urn:microsoft.com/office/officeart/2005/8/layout/vProcess5"/>
    <dgm:cxn modelId="{4B27AD51-A1EC-4DA0-9ECA-7376E7B14487}" srcId="{99AA4499-E8C5-48DA-9E0A-92669A603BA8}" destId="{916F66A7-1C2F-4355-A189-29262F1A3644}" srcOrd="2" destOrd="0" parTransId="{1CDA6BE4-4DE4-4A05-A093-4B4BD136549A}" sibTransId="{D990CB58-4D9F-409B-94A9-B5B4F6EA8DC0}"/>
    <dgm:cxn modelId="{84609259-96ED-48E0-8A05-AFCB4E2B8AC0}" type="presOf" srcId="{9F2922B6-D50A-415B-A93F-323DE10E098B}" destId="{AEC0079D-65FD-46EE-98CE-654E1D5B8F07}" srcOrd="0" destOrd="0" presId="urn:microsoft.com/office/officeart/2005/8/layout/vProcess5"/>
    <dgm:cxn modelId="{25E0335D-FB20-42AF-A9E7-5F5130577896}" type="presOf" srcId="{7D906461-EC06-4353-A592-3A8159716911}" destId="{ABB81E0B-BC07-48FC-B09D-7066FC5B8B3A}" srcOrd="1" destOrd="0" presId="urn:microsoft.com/office/officeart/2005/8/layout/vProcess5"/>
    <dgm:cxn modelId="{DBE6B87C-F146-41F1-8CFA-E7D40ACBFD8C}" type="presOf" srcId="{E2E83631-B777-4FB3-94C6-2E9FA1B44A1B}" destId="{FBA70613-3277-4A2B-B84E-A9F09DBA557D}" srcOrd="0" destOrd="0" presId="urn:microsoft.com/office/officeart/2005/8/layout/vProcess5"/>
    <dgm:cxn modelId="{A41FA17E-00F4-4605-8516-E6A980A44DA6}" type="presOf" srcId="{91CA1058-4B84-4380-93C0-307C406F11F5}" destId="{107074D6-A473-480B-B84C-F9826AB2E811}" srcOrd="1" destOrd="0" presId="urn:microsoft.com/office/officeart/2005/8/layout/vProcess5"/>
    <dgm:cxn modelId="{0FCDFF80-B468-412C-B0B2-0E402DFA446B}" srcId="{99AA4499-E8C5-48DA-9E0A-92669A603BA8}" destId="{9F2922B6-D50A-415B-A93F-323DE10E098B}" srcOrd="0" destOrd="0" parTransId="{29E89817-063F-4830-BA19-DD05EE70B84A}" sibTransId="{84BD61C5-2567-4CD4-B2BC-13994C9A9ADF}"/>
    <dgm:cxn modelId="{FC8D8E84-4A33-47EC-8BBB-062D2F995DF7}" type="presOf" srcId="{75963CC8-9B66-499F-9EBE-28EF73188854}" destId="{F2F55609-D985-4683-8097-A50815142C8D}" srcOrd="1" destOrd="0" presId="urn:microsoft.com/office/officeart/2005/8/layout/vProcess5"/>
    <dgm:cxn modelId="{1595629A-105B-4767-B419-92EE97297BDA}" srcId="{99AA4499-E8C5-48DA-9E0A-92669A603BA8}" destId="{75963CC8-9B66-499F-9EBE-28EF73188854}" srcOrd="1" destOrd="0" parTransId="{8B35196B-6A0C-404B-9600-8E3F6FD7C833}" sibTransId="{095F245B-AF66-477D-992E-0F6446ED5B74}"/>
    <dgm:cxn modelId="{403C10A3-712D-459C-98F6-FABC146EFB18}" type="presOf" srcId="{916F66A7-1C2F-4355-A189-29262F1A3644}" destId="{A520FD6D-0062-4B67-B052-974FE48B5ADC}" srcOrd="1" destOrd="0" presId="urn:microsoft.com/office/officeart/2005/8/layout/vProcess5"/>
    <dgm:cxn modelId="{68A3BEB5-D7EB-4122-AF6E-06C9A150D90C}" type="presOf" srcId="{9F2922B6-D50A-415B-A93F-323DE10E098B}" destId="{8FD2ED24-D7A7-43F7-A00E-B8333896E8D2}" srcOrd="1" destOrd="0" presId="urn:microsoft.com/office/officeart/2005/8/layout/vProcess5"/>
    <dgm:cxn modelId="{DEDCD9C7-0997-4087-866D-DDF1E22B841E}" srcId="{99AA4499-E8C5-48DA-9E0A-92669A603BA8}" destId="{7D906461-EC06-4353-A592-3A8159716911}" srcOrd="4" destOrd="0" parTransId="{BFE62EED-13ED-4902-8CC3-0233EBE69FB8}" sibTransId="{52107D3E-C282-47BA-A968-6B2794EA0667}"/>
    <dgm:cxn modelId="{945E29D9-7492-48CF-B350-39FFC8FFB4C6}" type="presOf" srcId="{7D906461-EC06-4353-A592-3A8159716911}" destId="{B92429B4-84A6-4D32-9658-AA68866907C3}" srcOrd="0" destOrd="0" presId="urn:microsoft.com/office/officeart/2005/8/layout/vProcess5"/>
    <dgm:cxn modelId="{F23CAADA-1CB5-40B8-ADA6-1A199252108E}" type="presOf" srcId="{916F66A7-1C2F-4355-A189-29262F1A3644}" destId="{10F57998-6168-4446-963B-CED461E8B218}" srcOrd="0" destOrd="0" presId="urn:microsoft.com/office/officeart/2005/8/layout/vProcess5"/>
    <dgm:cxn modelId="{1051D2DD-EF87-418C-8535-DDE37E0BF8BA}" type="presOf" srcId="{91CA1058-4B84-4380-93C0-307C406F11F5}" destId="{EAA9FDC3-4FEE-4DEC-9201-694B0DF44B1C}" srcOrd="0" destOrd="0" presId="urn:microsoft.com/office/officeart/2005/8/layout/vProcess5"/>
    <dgm:cxn modelId="{138D52E9-58F5-41A9-ABB3-1148C7FA7D69}" type="presOf" srcId="{75963CC8-9B66-499F-9EBE-28EF73188854}" destId="{2FF8CF2E-A586-4AC5-9E1C-6EF76D182F3E}" srcOrd="0" destOrd="0" presId="urn:microsoft.com/office/officeart/2005/8/layout/vProcess5"/>
    <dgm:cxn modelId="{3D1449DE-21DF-48A6-B0DF-D8D9E1A0607D}" type="presParOf" srcId="{C039B27A-23D2-4A4D-91B8-E57A27CE9389}" destId="{06A016B3-FBA8-4A93-A2F9-6904CDD655AC}" srcOrd="0" destOrd="0" presId="urn:microsoft.com/office/officeart/2005/8/layout/vProcess5"/>
    <dgm:cxn modelId="{0C9F94AC-0969-40AC-8775-AB4B2CA3238C}" type="presParOf" srcId="{C039B27A-23D2-4A4D-91B8-E57A27CE9389}" destId="{AEC0079D-65FD-46EE-98CE-654E1D5B8F07}" srcOrd="1" destOrd="0" presId="urn:microsoft.com/office/officeart/2005/8/layout/vProcess5"/>
    <dgm:cxn modelId="{DD926AD3-1AB5-40B9-A0FD-84660C2B20DF}" type="presParOf" srcId="{C039B27A-23D2-4A4D-91B8-E57A27CE9389}" destId="{2FF8CF2E-A586-4AC5-9E1C-6EF76D182F3E}" srcOrd="2" destOrd="0" presId="urn:microsoft.com/office/officeart/2005/8/layout/vProcess5"/>
    <dgm:cxn modelId="{44253FAA-17BD-44CA-ADE2-939C8C10C8F5}" type="presParOf" srcId="{C039B27A-23D2-4A4D-91B8-E57A27CE9389}" destId="{10F57998-6168-4446-963B-CED461E8B218}" srcOrd="3" destOrd="0" presId="urn:microsoft.com/office/officeart/2005/8/layout/vProcess5"/>
    <dgm:cxn modelId="{D3862BD3-A9F2-46D0-92EA-56FEC24BADDD}" type="presParOf" srcId="{C039B27A-23D2-4A4D-91B8-E57A27CE9389}" destId="{EAA9FDC3-4FEE-4DEC-9201-694B0DF44B1C}" srcOrd="4" destOrd="0" presId="urn:microsoft.com/office/officeart/2005/8/layout/vProcess5"/>
    <dgm:cxn modelId="{7600263A-412F-4EB3-A169-443D6FC0D4AC}" type="presParOf" srcId="{C039B27A-23D2-4A4D-91B8-E57A27CE9389}" destId="{B92429B4-84A6-4D32-9658-AA68866907C3}" srcOrd="5" destOrd="0" presId="urn:microsoft.com/office/officeart/2005/8/layout/vProcess5"/>
    <dgm:cxn modelId="{F59DE482-6956-49F4-90DA-AD623AB2E72F}" type="presParOf" srcId="{C039B27A-23D2-4A4D-91B8-E57A27CE9389}" destId="{EC0D68E2-1CD3-40B6-8E67-4265FF681B54}" srcOrd="6" destOrd="0" presId="urn:microsoft.com/office/officeart/2005/8/layout/vProcess5"/>
    <dgm:cxn modelId="{8C940F09-DE96-489F-A2B1-DB42B0D53EE0}" type="presParOf" srcId="{C039B27A-23D2-4A4D-91B8-E57A27CE9389}" destId="{022D0842-7CFC-4B1D-9310-2792224334CD}" srcOrd="7" destOrd="0" presId="urn:microsoft.com/office/officeart/2005/8/layout/vProcess5"/>
    <dgm:cxn modelId="{C4F53FD8-9F58-4700-B8EC-A0CE80761C6C}" type="presParOf" srcId="{C039B27A-23D2-4A4D-91B8-E57A27CE9389}" destId="{DEFB2AF0-6C6F-4372-80B3-593DCDBD795A}" srcOrd="8" destOrd="0" presId="urn:microsoft.com/office/officeart/2005/8/layout/vProcess5"/>
    <dgm:cxn modelId="{8C0851D6-5B8C-4E83-91BD-9015D38B4C46}" type="presParOf" srcId="{C039B27A-23D2-4A4D-91B8-E57A27CE9389}" destId="{FBA70613-3277-4A2B-B84E-A9F09DBA557D}" srcOrd="9" destOrd="0" presId="urn:microsoft.com/office/officeart/2005/8/layout/vProcess5"/>
    <dgm:cxn modelId="{B4B7E407-193E-4335-ADEA-0C2D042FD403}" type="presParOf" srcId="{C039B27A-23D2-4A4D-91B8-E57A27CE9389}" destId="{8FD2ED24-D7A7-43F7-A00E-B8333896E8D2}" srcOrd="10" destOrd="0" presId="urn:microsoft.com/office/officeart/2005/8/layout/vProcess5"/>
    <dgm:cxn modelId="{6D693BEF-ABD6-4289-8BCF-3B141FF8A496}" type="presParOf" srcId="{C039B27A-23D2-4A4D-91B8-E57A27CE9389}" destId="{F2F55609-D985-4683-8097-A50815142C8D}" srcOrd="11" destOrd="0" presId="urn:microsoft.com/office/officeart/2005/8/layout/vProcess5"/>
    <dgm:cxn modelId="{DF791161-3F18-4F1E-BE7F-5B757FB88294}" type="presParOf" srcId="{C039B27A-23D2-4A4D-91B8-E57A27CE9389}" destId="{A520FD6D-0062-4B67-B052-974FE48B5ADC}" srcOrd="12" destOrd="0" presId="urn:microsoft.com/office/officeart/2005/8/layout/vProcess5"/>
    <dgm:cxn modelId="{27472F60-96FE-4884-85DB-51E08E82F216}" type="presParOf" srcId="{C039B27A-23D2-4A4D-91B8-E57A27CE9389}" destId="{107074D6-A473-480B-B84C-F9826AB2E811}" srcOrd="13" destOrd="0" presId="urn:microsoft.com/office/officeart/2005/8/layout/vProcess5"/>
    <dgm:cxn modelId="{F9B2A478-1F3D-4119-A3C1-0797ADE66516}" type="presParOf" srcId="{C039B27A-23D2-4A4D-91B8-E57A27CE9389}" destId="{ABB81E0B-BC07-48FC-B09D-7066FC5B8B3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019906-4FF3-4ED2-9D34-929B28337C89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A13C0A74-056C-41E7-AF7A-ECA61F1E642E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Dashboards central to business intelligence systems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B02933-D632-4FE5-AAFC-70589B2B7221}" type="parTrans" cxnId="{53C09301-BDBD-4090-A2D6-6AE59FA55389}">
      <dgm:prSet/>
      <dgm:spPr/>
      <dgm:t>
        <a:bodyPr/>
        <a:lstStyle/>
        <a:p>
          <a:endParaRPr lang="en-IN"/>
        </a:p>
      </dgm:t>
    </dgm:pt>
    <dgm:pt modelId="{547B72CC-7E9E-4545-A0DF-8A85A09EE06E}" type="sibTrans" cxnId="{53C09301-BDBD-4090-A2D6-6AE59FA55389}">
      <dgm:prSet/>
      <dgm:spPr/>
      <dgm:t>
        <a:bodyPr/>
        <a:lstStyle/>
        <a:p>
          <a:endParaRPr lang="en-IN"/>
        </a:p>
      </dgm:t>
    </dgm:pt>
    <dgm:pt modelId="{24908F53-EB10-42A1-9016-A7B3B0F5293E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Enable data integration and visual analytics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4F4735-34EE-4C9C-8E2E-2DCA9AE567F8}" type="parTrans" cxnId="{B379E066-D28E-4F00-BEEB-6AD6A61C9749}">
      <dgm:prSet/>
      <dgm:spPr/>
      <dgm:t>
        <a:bodyPr/>
        <a:lstStyle/>
        <a:p>
          <a:endParaRPr lang="en-IN"/>
        </a:p>
      </dgm:t>
    </dgm:pt>
    <dgm:pt modelId="{1636210C-BCB1-4646-A1EF-8425DF378BB1}" type="sibTrans" cxnId="{B379E066-D28E-4F00-BEEB-6AD6A61C9749}">
      <dgm:prSet/>
      <dgm:spPr/>
      <dgm:t>
        <a:bodyPr/>
        <a:lstStyle/>
        <a:p>
          <a:endParaRPr lang="en-IN"/>
        </a:p>
      </dgm:t>
    </dgm:pt>
    <dgm:pt modelId="{166DF028-13AF-44C0-8194-40883DE66DAF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Support managerial decision-making processes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9DFBC-F8F9-4EAD-9F5A-6460BD7FAF99}" type="parTrans" cxnId="{ED86F7B9-8691-4CA5-8679-49D5905E172E}">
      <dgm:prSet/>
      <dgm:spPr/>
      <dgm:t>
        <a:bodyPr/>
        <a:lstStyle/>
        <a:p>
          <a:endParaRPr lang="en-IN"/>
        </a:p>
      </dgm:t>
    </dgm:pt>
    <dgm:pt modelId="{06A3DDFB-1A00-4BE4-A8CF-70D6663DC7F2}" type="sibTrans" cxnId="{ED86F7B9-8691-4CA5-8679-49D5905E172E}">
      <dgm:prSet/>
      <dgm:spPr/>
      <dgm:t>
        <a:bodyPr/>
        <a:lstStyle/>
        <a:p>
          <a:endParaRPr lang="en-IN"/>
        </a:p>
      </dgm:t>
    </dgm:pt>
    <dgm:pt modelId="{52F163A4-405F-4945-B133-452DD6DF4916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Reduce uncertainty in cost-related decisions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9649CE-ED34-4711-9C7E-03A24861AB56}" type="parTrans" cxnId="{D82F8DC0-DF38-4DD5-AC35-81425794C27C}">
      <dgm:prSet/>
      <dgm:spPr/>
      <dgm:t>
        <a:bodyPr/>
        <a:lstStyle/>
        <a:p>
          <a:endParaRPr lang="en-IN"/>
        </a:p>
      </dgm:t>
    </dgm:pt>
    <dgm:pt modelId="{C7D7593E-7728-4B22-99CF-4C9D823DAE55}" type="sibTrans" cxnId="{D82F8DC0-DF38-4DD5-AC35-81425794C27C}">
      <dgm:prSet/>
      <dgm:spPr/>
      <dgm:t>
        <a:bodyPr/>
        <a:lstStyle/>
        <a:p>
          <a:endParaRPr lang="en-IN"/>
        </a:p>
      </dgm:t>
    </dgm:pt>
    <dgm:pt modelId="{2D5F3AF0-16F4-4C29-9A92-98E094DC4590}" type="pres">
      <dgm:prSet presAssocID="{2F019906-4FF3-4ED2-9D34-929B28337C89}" presName="Name0" presStyleCnt="0">
        <dgm:presLayoutVars>
          <dgm:chMax val="7"/>
          <dgm:chPref val="7"/>
          <dgm:dir/>
        </dgm:presLayoutVars>
      </dgm:prSet>
      <dgm:spPr/>
    </dgm:pt>
    <dgm:pt modelId="{B095F4C9-68F2-4958-925F-26B18CB0F578}" type="pres">
      <dgm:prSet presAssocID="{2F019906-4FF3-4ED2-9D34-929B28337C89}" presName="Name1" presStyleCnt="0"/>
      <dgm:spPr/>
    </dgm:pt>
    <dgm:pt modelId="{9AE9FFFA-3454-412A-9E7D-D41724BE7B49}" type="pres">
      <dgm:prSet presAssocID="{2F019906-4FF3-4ED2-9D34-929B28337C89}" presName="cycle" presStyleCnt="0"/>
      <dgm:spPr/>
    </dgm:pt>
    <dgm:pt modelId="{2B982361-4FA9-423E-B0FC-2D1465F7748F}" type="pres">
      <dgm:prSet presAssocID="{2F019906-4FF3-4ED2-9D34-929B28337C89}" presName="srcNode" presStyleLbl="node1" presStyleIdx="0" presStyleCnt="4"/>
      <dgm:spPr/>
    </dgm:pt>
    <dgm:pt modelId="{8E615CA5-9C66-497C-98C0-FEC4365C60AA}" type="pres">
      <dgm:prSet presAssocID="{2F019906-4FF3-4ED2-9D34-929B28337C89}" presName="conn" presStyleLbl="parChTrans1D2" presStyleIdx="0" presStyleCnt="1"/>
      <dgm:spPr/>
    </dgm:pt>
    <dgm:pt modelId="{9C0C0790-45BD-470E-BC03-C1E5F8F66447}" type="pres">
      <dgm:prSet presAssocID="{2F019906-4FF3-4ED2-9D34-929B28337C89}" presName="extraNode" presStyleLbl="node1" presStyleIdx="0" presStyleCnt="4"/>
      <dgm:spPr/>
    </dgm:pt>
    <dgm:pt modelId="{FEBF1B2B-B774-416E-A2EB-2EBAF7B0EEA5}" type="pres">
      <dgm:prSet presAssocID="{2F019906-4FF3-4ED2-9D34-929B28337C89}" presName="dstNode" presStyleLbl="node1" presStyleIdx="0" presStyleCnt="4"/>
      <dgm:spPr/>
    </dgm:pt>
    <dgm:pt modelId="{2782D5E3-3F76-4ECB-B84B-8E6322ECF4A4}" type="pres">
      <dgm:prSet presAssocID="{A13C0A74-056C-41E7-AF7A-ECA61F1E642E}" presName="text_1" presStyleLbl="node1" presStyleIdx="0" presStyleCnt="4">
        <dgm:presLayoutVars>
          <dgm:bulletEnabled val="1"/>
        </dgm:presLayoutVars>
      </dgm:prSet>
      <dgm:spPr/>
    </dgm:pt>
    <dgm:pt modelId="{858D5B0A-960F-4CA1-B2EA-590D31A3B0BB}" type="pres">
      <dgm:prSet presAssocID="{A13C0A74-056C-41E7-AF7A-ECA61F1E642E}" presName="accent_1" presStyleCnt="0"/>
      <dgm:spPr/>
    </dgm:pt>
    <dgm:pt modelId="{CE5881A3-C86E-4BEE-9733-A17CDAD24147}" type="pres">
      <dgm:prSet presAssocID="{A13C0A74-056C-41E7-AF7A-ECA61F1E642E}" presName="accentRepeatNode" presStyleLbl="solidFgAcc1" presStyleIdx="0" presStyleCnt="4"/>
      <dgm:spPr/>
    </dgm:pt>
    <dgm:pt modelId="{9550B753-5F98-4999-A580-A79F69CC309D}" type="pres">
      <dgm:prSet presAssocID="{24908F53-EB10-42A1-9016-A7B3B0F5293E}" presName="text_2" presStyleLbl="node1" presStyleIdx="1" presStyleCnt="4">
        <dgm:presLayoutVars>
          <dgm:bulletEnabled val="1"/>
        </dgm:presLayoutVars>
      </dgm:prSet>
      <dgm:spPr/>
    </dgm:pt>
    <dgm:pt modelId="{30C01012-814D-43FD-AA4C-EDCDC6DD7D3B}" type="pres">
      <dgm:prSet presAssocID="{24908F53-EB10-42A1-9016-A7B3B0F5293E}" presName="accent_2" presStyleCnt="0"/>
      <dgm:spPr/>
    </dgm:pt>
    <dgm:pt modelId="{25E845AB-7785-4CC1-9E7A-104430BC739F}" type="pres">
      <dgm:prSet presAssocID="{24908F53-EB10-42A1-9016-A7B3B0F5293E}" presName="accentRepeatNode" presStyleLbl="solidFgAcc1" presStyleIdx="1" presStyleCnt="4"/>
      <dgm:spPr/>
    </dgm:pt>
    <dgm:pt modelId="{51084576-7BA2-429E-9925-30ABA95D27BB}" type="pres">
      <dgm:prSet presAssocID="{166DF028-13AF-44C0-8194-40883DE66DAF}" presName="text_3" presStyleLbl="node1" presStyleIdx="2" presStyleCnt="4">
        <dgm:presLayoutVars>
          <dgm:bulletEnabled val="1"/>
        </dgm:presLayoutVars>
      </dgm:prSet>
      <dgm:spPr/>
    </dgm:pt>
    <dgm:pt modelId="{C7709435-CC05-4052-BF46-BA62B293CFC0}" type="pres">
      <dgm:prSet presAssocID="{166DF028-13AF-44C0-8194-40883DE66DAF}" presName="accent_3" presStyleCnt="0"/>
      <dgm:spPr/>
    </dgm:pt>
    <dgm:pt modelId="{45EC1DC5-68DE-4208-869A-310DA7863827}" type="pres">
      <dgm:prSet presAssocID="{166DF028-13AF-44C0-8194-40883DE66DAF}" presName="accentRepeatNode" presStyleLbl="solidFgAcc1" presStyleIdx="2" presStyleCnt="4"/>
      <dgm:spPr/>
    </dgm:pt>
    <dgm:pt modelId="{B8718A75-AA16-41B9-AB16-65B5543F2676}" type="pres">
      <dgm:prSet presAssocID="{52F163A4-405F-4945-B133-452DD6DF4916}" presName="text_4" presStyleLbl="node1" presStyleIdx="3" presStyleCnt="4">
        <dgm:presLayoutVars>
          <dgm:bulletEnabled val="1"/>
        </dgm:presLayoutVars>
      </dgm:prSet>
      <dgm:spPr/>
    </dgm:pt>
    <dgm:pt modelId="{701513B0-EB14-4DAB-9F54-2CD5AC6C40BF}" type="pres">
      <dgm:prSet presAssocID="{52F163A4-405F-4945-B133-452DD6DF4916}" presName="accent_4" presStyleCnt="0"/>
      <dgm:spPr/>
    </dgm:pt>
    <dgm:pt modelId="{C183531B-2451-4107-AB9B-CD13AAAF68B3}" type="pres">
      <dgm:prSet presAssocID="{52F163A4-405F-4945-B133-452DD6DF4916}" presName="accentRepeatNode" presStyleLbl="solidFgAcc1" presStyleIdx="3" presStyleCnt="4"/>
      <dgm:spPr/>
    </dgm:pt>
  </dgm:ptLst>
  <dgm:cxnLst>
    <dgm:cxn modelId="{53C09301-BDBD-4090-A2D6-6AE59FA55389}" srcId="{2F019906-4FF3-4ED2-9D34-929B28337C89}" destId="{A13C0A74-056C-41E7-AF7A-ECA61F1E642E}" srcOrd="0" destOrd="0" parTransId="{D0B02933-D632-4FE5-AAFC-70589B2B7221}" sibTransId="{547B72CC-7E9E-4545-A0DF-8A85A09EE06E}"/>
    <dgm:cxn modelId="{34278647-ACC3-4C3F-ABA0-6E63119DF92B}" type="presOf" srcId="{166DF028-13AF-44C0-8194-40883DE66DAF}" destId="{51084576-7BA2-429E-9925-30ABA95D27BB}" srcOrd="0" destOrd="0" presId="urn:microsoft.com/office/officeart/2008/layout/VerticalCurvedList"/>
    <dgm:cxn modelId="{B379E066-D28E-4F00-BEEB-6AD6A61C9749}" srcId="{2F019906-4FF3-4ED2-9D34-929B28337C89}" destId="{24908F53-EB10-42A1-9016-A7B3B0F5293E}" srcOrd="1" destOrd="0" parTransId="{464F4735-34EE-4C9C-8E2E-2DCA9AE567F8}" sibTransId="{1636210C-BCB1-4646-A1EF-8425DF378BB1}"/>
    <dgm:cxn modelId="{1104726E-491B-4EB0-93E7-B695CD58E4E8}" type="presOf" srcId="{A13C0A74-056C-41E7-AF7A-ECA61F1E642E}" destId="{2782D5E3-3F76-4ECB-B84B-8E6322ECF4A4}" srcOrd="0" destOrd="0" presId="urn:microsoft.com/office/officeart/2008/layout/VerticalCurvedList"/>
    <dgm:cxn modelId="{ED86F7B9-8691-4CA5-8679-49D5905E172E}" srcId="{2F019906-4FF3-4ED2-9D34-929B28337C89}" destId="{166DF028-13AF-44C0-8194-40883DE66DAF}" srcOrd="2" destOrd="0" parTransId="{9D49DFBC-F8F9-4EAD-9F5A-6460BD7FAF99}" sibTransId="{06A3DDFB-1A00-4BE4-A8CF-70D6663DC7F2}"/>
    <dgm:cxn modelId="{D82F8DC0-DF38-4DD5-AC35-81425794C27C}" srcId="{2F019906-4FF3-4ED2-9D34-929B28337C89}" destId="{52F163A4-405F-4945-B133-452DD6DF4916}" srcOrd="3" destOrd="0" parTransId="{589649CE-ED34-4711-9C7E-03A24861AB56}" sibTransId="{C7D7593E-7728-4B22-99CF-4C9D823DAE55}"/>
    <dgm:cxn modelId="{CE6CEDC8-8D2F-4658-8AA0-D4FC45A59471}" type="presOf" srcId="{52F163A4-405F-4945-B133-452DD6DF4916}" destId="{B8718A75-AA16-41B9-AB16-65B5543F2676}" srcOrd="0" destOrd="0" presId="urn:microsoft.com/office/officeart/2008/layout/VerticalCurvedList"/>
    <dgm:cxn modelId="{0937B6E6-CC6D-459B-8D3F-C719626AF69A}" type="presOf" srcId="{2F019906-4FF3-4ED2-9D34-929B28337C89}" destId="{2D5F3AF0-16F4-4C29-9A92-98E094DC4590}" srcOrd="0" destOrd="0" presId="urn:microsoft.com/office/officeart/2008/layout/VerticalCurvedList"/>
    <dgm:cxn modelId="{C586E8E9-F9AF-4572-B806-B5FDFB6EAAF0}" type="presOf" srcId="{547B72CC-7E9E-4545-A0DF-8A85A09EE06E}" destId="{8E615CA5-9C66-497C-98C0-FEC4365C60AA}" srcOrd="0" destOrd="0" presId="urn:microsoft.com/office/officeart/2008/layout/VerticalCurvedList"/>
    <dgm:cxn modelId="{B823D7EB-44A8-4994-998C-95F5800312C3}" type="presOf" srcId="{24908F53-EB10-42A1-9016-A7B3B0F5293E}" destId="{9550B753-5F98-4999-A580-A79F69CC309D}" srcOrd="0" destOrd="0" presId="urn:microsoft.com/office/officeart/2008/layout/VerticalCurvedList"/>
    <dgm:cxn modelId="{AB7247D6-9495-4848-83C0-7B1A406434E4}" type="presParOf" srcId="{2D5F3AF0-16F4-4C29-9A92-98E094DC4590}" destId="{B095F4C9-68F2-4958-925F-26B18CB0F578}" srcOrd="0" destOrd="0" presId="urn:microsoft.com/office/officeart/2008/layout/VerticalCurvedList"/>
    <dgm:cxn modelId="{BA160CD4-2ABE-4FF7-A2DF-900862F42AEC}" type="presParOf" srcId="{B095F4C9-68F2-4958-925F-26B18CB0F578}" destId="{9AE9FFFA-3454-412A-9E7D-D41724BE7B49}" srcOrd="0" destOrd="0" presId="urn:microsoft.com/office/officeart/2008/layout/VerticalCurvedList"/>
    <dgm:cxn modelId="{A42B2B04-5E15-490E-AD87-0461C19A5E8F}" type="presParOf" srcId="{9AE9FFFA-3454-412A-9E7D-D41724BE7B49}" destId="{2B982361-4FA9-423E-B0FC-2D1465F7748F}" srcOrd="0" destOrd="0" presId="urn:microsoft.com/office/officeart/2008/layout/VerticalCurvedList"/>
    <dgm:cxn modelId="{FBEAD942-8D22-4EFF-8DF5-1D417D728551}" type="presParOf" srcId="{9AE9FFFA-3454-412A-9E7D-D41724BE7B49}" destId="{8E615CA5-9C66-497C-98C0-FEC4365C60AA}" srcOrd="1" destOrd="0" presId="urn:microsoft.com/office/officeart/2008/layout/VerticalCurvedList"/>
    <dgm:cxn modelId="{165C1508-B7F6-44E6-881F-E4628815E9A2}" type="presParOf" srcId="{9AE9FFFA-3454-412A-9E7D-D41724BE7B49}" destId="{9C0C0790-45BD-470E-BC03-C1E5F8F66447}" srcOrd="2" destOrd="0" presId="urn:microsoft.com/office/officeart/2008/layout/VerticalCurvedList"/>
    <dgm:cxn modelId="{7327B81F-FDF9-400C-BC77-22B84648EEE1}" type="presParOf" srcId="{9AE9FFFA-3454-412A-9E7D-D41724BE7B49}" destId="{FEBF1B2B-B774-416E-A2EB-2EBAF7B0EEA5}" srcOrd="3" destOrd="0" presId="urn:microsoft.com/office/officeart/2008/layout/VerticalCurvedList"/>
    <dgm:cxn modelId="{25B408BB-1AEA-4108-8DBF-31F49EC4C1B9}" type="presParOf" srcId="{B095F4C9-68F2-4958-925F-26B18CB0F578}" destId="{2782D5E3-3F76-4ECB-B84B-8E6322ECF4A4}" srcOrd="1" destOrd="0" presId="urn:microsoft.com/office/officeart/2008/layout/VerticalCurvedList"/>
    <dgm:cxn modelId="{BE47CEEE-EC42-41CC-B7D2-C472280AAE94}" type="presParOf" srcId="{B095F4C9-68F2-4958-925F-26B18CB0F578}" destId="{858D5B0A-960F-4CA1-B2EA-590D31A3B0BB}" srcOrd="2" destOrd="0" presId="urn:microsoft.com/office/officeart/2008/layout/VerticalCurvedList"/>
    <dgm:cxn modelId="{24A70A42-442B-4A1B-897D-FF27381790C0}" type="presParOf" srcId="{858D5B0A-960F-4CA1-B2EA-590D31A3B0BB}" destId="{CE5881A3-C86E-4BEE-9733-A17CDAD24147}" srcOrd="0" destOrd="0" presId="urn:microsoft.com/office/officeart/2008/layout/VerticalCurvedList"/>
    <dgm:cxn modelId="{7FDA7E86-05E7-48A2-8569-5DB1D552F3AF}" type="presParOf" srcId="{B095F4C9-68F2-4958-925F-26B18CB0F578}" destId="{9550B753-5F98-4999-A580-A79F69CC309D}" srcOrd="3" destOrd="0" presId="urn:microsoft.com/office/officeart/2008/layout/VerticalCurvedList"/>
    <dgm:cxn modelId="{254B1092-703C-4767-9987-3E5102FA753E}" type="presParOf" srcId="{B095F4C9-68F2-4958-925F-26B18CB0F578}" destId="{30C01012-814D-43FD-AA4C-EDCDC6DD7D3B}" srcOrd="4" destOrd="0" presId="urn:microsoft.com/office/officeart/2008/layout/VerticalCurvedList"/>
    <dgm:cxn modelId="{6F508A7A-7082-47BE-AF8C-DE01811E2C3D}" type="presParOf" srcId="{30C01012-814D-43FD-AA4C-EDCDC6DD7D3B}" destId="{25E845AB-7785-4CC1-9E7A-104430BC739F}" srcOrd="0" destOrd="0" presId="urn:microsoft.com/office/officeart/2008/layout/VerticalCurvedList"/>
    <dgm:cxn modelId="{D0D74411-C1AB-4AE0-B737-798527A05B45}" type="presParOf" srcId="{B095F4C9-68F2-4958-925F-26B18CB0F578}" destId="{51084576-7BA2-429E-9925-30ABA95D27BB}" srcOrd="5" destOrd="0" presId="urn:microsoft.com/office/officeart/2008/layout/VerticalCurvedList"/>
    <dgm:cxn modelId="{AAE5D209-DB9A-439E-BF8B-9B4A3A4C72CB}" type="presParOf" srcId="{B095F4C9-68F2-4958-925F-26B18CB0F578}" destId="{C7709435-CC05-4052-BF46-BA62B293CFC0}" srcOrd="6" destOrd="0" presId="urn:microsoft.com/office/officeart/2008/layout/VerticalCurvedList"/>
    <dgm:cxn modelId="{6363D26F-4476-49DB-A3CC-9305838906FA}" type="presParOf" srcId="{C7709435-CC05-4052-BF46-BA62B293CFC0}" destId="{45EC1DC5-68DE-4208-869A-310DA7863827}" srcOrd="0" destOrd="0" presId="urn:microsoft.com/office/officeart/2008/layout/VerticalCurvedList"/>
    <dgm:cxn modelId="{45F2FCE7-1003-45A5-A860-934123367028}" type="presParOf" srcId="{B095F4C9-68F2-4958-925F-26B18CB0F578}" destId="{B8718A75-AA16-41B9-AB16-65B5543F2676}" srcOrd="7" destOrd="0" presId="urn:microsoft.com/office/officeart/2008/layout/VerticalCurvedList"/>
    <dgm:cxn modelId="{9A881C29-3489-4549-BCA9-0BE14C0F9BF2}" type="presParOf" srcId="{B095F4C9-68F2-4958-925F-26B18CB0F578}" destId="{701513B0-EB14-4DAB-9F54-2CD5AC6C40BF}" srcOrd="8" destOrd="0" presId="urn:microsoft.com/office/officeart/2008/layout/VerticalCurvedList"/>
    <dgm:cxn modelId="{76A5C6BF-457C-4C04-8831-A4D90F9EE383}" type="presParOf" srcId="{701513B0-EB14-4DAB-9F54-2CD5AC6C40BF}" destId="{C183531B-2451-4107-AB9B-CD13AAAF68B3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DC5CEF-DBC7-44A7-B66D-787F3F7904E4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6B2B3CDA-6751-4540-87AB-0908E96DCD42}">
      <dgm:prSet custT="1"/>
      <dgm:spPr/>
      <dgm:t>
        <a:bodyPr/>
        <a:lstStyle/>
        <a:p>
          <a:r>
            <a:rPr lang="en-US" sz="2800">
              <a:latin typeface="Times New Roman" panose="02020603050405020304" pitchFamily="18" charset="0"/>
              <a:cs typeface="Times New Roman" panose="02020603050405020304" pitchFamily="18" charset="0"/>
            </a:rPr>
            <a:t>Integrate cost, schedule, procurement data</a:t>
          </a:r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E086F1-2927-40F7-9F76-549EDA466624}" type="parTrans" cxnId="{95C9A1FA-CCEA-46A3-AA58-B1E7B2E17B4B}">
      <dgm:prSet/>
      <dgm:spPr/>
      <dgm:t>
        <a:bodyPr/>
        <a:lstStyle/>
        <a:p>
          <a:endParaRPr lang="en-IN" sz="2400"/>
        </a:p>
      </dgm:t>
    </dgm:pt>
    <dgm:pt modelId="{3C161A24-1262-4C32-BC41-41481E29EF3D}" type="sibTrans" cxnId="{95C9A1FA-CCEA-46A3-AA58-B1E7B2E17B4B}">
      <dgm:prSet/>
      <dgm:spPr/>
      <dgm:t>
        <a:bodyPr/>
        <a:lstStyle/>
        <a:p>
          <a:endParaRPr lang="en-IN" sz="2400"/>
        </a:p>
      </dgm:t>
    </dgm:pt>
    <dgm:pt modelId="{B2278C10-C9E1-4969-8C7F-B68F8F476DB0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Enable real-time cost variance monitoring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6E2D7A-8446-45CA-8182-73C6F84A3FF0}" type="parTrans" cxnId="{9F47A44C-9686-4392-8E52-C27876DC3DEF}">
      <dgm:prSet/>
      <dgm:spPr/>
      <dgm:t>
        <a:bodyPr/>
        <a:lstStyle/>
        <a:p>
          <a:endParaRPr lang="en-IN" sz="2400"/>
        </a:p>
      </dgm:t>
    </dgm:pt>
    <dgm:pt modelId="{D8D37D99-E152-4AA8-BC98-65B7F235E873}" type="sibTrans" cxnId="{9F47A44C-9686-4392-8E52-C27876DC3DEF}">
      <dgm:prSet/>
      <dgm:spPr/>
      <dgm:t>
        <a:bodyPr/>
        <a:lstStyle/>
        <a:p>
          <a:endParaRPr lang="en-IN" sz="2400"/>
        </a:p>
      </dgm:t>
    </dgm:pt>
    <dgm:pt modelId="{A34E06CF-E3B6-4905-ACC3-BD23C86F79D9}">
      <dgm:prSet custT="1"/>
      <dgm:spPr/>
      <dgm:t>
        <a:bodyPr/>
        <a:lstStyle/>
        <a:p>
          <a:r>
            <a:rPr lang="en-US" sz="2800">
              <a:latin typeface="Times New Roman" panose="02020603050405020304" pitchFamily="18" charset="0"/>
              <a:cs typeface="Times New Roman" panose="02020603050405020304" pitchFamily="18" charset="0"/>
            </a:rPr>
            <a:t>Improve transparency of estimation processes</a:t>
          </a:r>
          <a:endParaRPr lang="en-IN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1569A2-E1C8-4ECA-8BEF-CF4831D1B177}" type="parTrans" cxnId="{ABA45669-DA66-4C44-9D7E-58ECBD314CD1}">
      <dgm:prSet/>
      <dgm:spPr/>
      <dgm:t>
        <a:bodyPr/>
        <a:lstStyle/>
        <a:p>
          <a:endParaRPr lang="en-IN" sz="2400"/>
        </a:p>
      </dgm:t>
    </dgm:pt>
    <dgm:pt modelId="{1D08E6DC-74B0-4FA9-BD4E-33C1765E19FA}" type="sibTrans" cxnId="{ABA45669-DA66-4C44-9D7E-58ECBD314CD1}">
      <dgm:prSet/>
      <dgm:spPr/>
      <dgm:t>
        <a:bodyPr/>
        <a:lstStyle/>
        <a:p>
          <a:endParaRPr lang="en-IN" sz="2400"/>
        </a:p>
      </dgm:t>
    </dgm:pt>
    <dgm:pt modelId="{7E81743F-49DD-4680-AB88-A983394AD2A5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Enhance estimator collaboration and communication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97A00F-EAF5-4AF5-8623-72EFBF741089}" type="parTrans" cxnId="{226279EA-9B50-4780-9F98-D6B08B947136}">
      <dgm:prSet/>
      <dgm:spPr/>
      <dgm:t>
        <a:bodyPr/>
        <a:lstStyle/>
        <a:p>
          <a:endParaRPr lang="en-IN" sz="2400"/>
        </a:p>
      </dgm:t>
    </dgm:pt>
    <dgm:pt modelId="{E8C4F0BE-2F7E-4367-9B1B-0C3ACF5BCD5A}" type="sibTrans" cxnId="{226279EA-9B50-4780-9F98-D6B08B947136}">
      <dgm:prSet/>
      <dgm:spPr/>
      <dgm:t>
        <a:bodyPr/>
        <a:lstStyle/>
        <a:p>
          <a:endParaRPr lang="en-IN" sz="2400"/>
        </a:p>
      </dgm:t>
    </dgm:pt>
    <dgm:pt modelId="{CCD9C898-F6F3-43BE-94C4-C8FD88F3081A}" type="pres">
      <dgm:prSet presAssocID="{1EDC5CEF-DBC7-44A7-B66D-787F3F7904E4}" presName="linear" presStyleCnt="0">
        <dgm:presLayoutVars>
          <dgm:dir/>
          <dgm:animLvl val="lvl"/>
          <dgm:resizeHandles val="exact"/>
        </dgm:presLayoutVars>
      </dgm:prSet>
      <dgm:spPr/>
    </dgm:pt>
    <dgm:pt modelId="{3677D4BA-E47D-41EB-ADA9-5502B3852129}" type="pres">
      <dgm:prSet presAssocID="{6B2B3CDA-6751-4540-87AB-0908E96DCD42}" presName="parentLin" presStyleCnt="0"/>
      <dgm:spPr/>
    </dgm:pt>
    <dgm:pt modelId="{C2FD2124-35C5-47E7-A6D9-F04CAD2EC936}" type="pres">
      <dgm:prSet presAssocID="{6B2B3CDA-6751-4540-87AB-0908E96DCD42}" presName="parentLeftMargin" presStyleLbl="node1" presStyleIdx="0" presStyleCnt="4"/>
      <dgm:spPr/>
    </dgm:pt>
    <dgm:pt modelId="{F9B4FA03-1CF9-41BA-B9AE-270744625228}" type="pres">
      <dgm:prSet presAssocID="{6B2B3CDA-6751-4540-87AB-0908E96DCD4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9F83C2-7512-4512-9426-10BF518C7349}" type="pres">
      <dgm:prSet presAssocID="{6B2B3CDA-6751-4540-87AB-0908E96DCD42}" presName="negativeSpace" presStyleCnt="0"/>
      <dgm:spPr/>
    </dgm:pt>
    <dgm:pt modelId="{0A1A8CB8-5B72-495C-8FDB-7ED51F4158C1}" type="pres">
      <dgm:prSet presAssocID="{6B2B3CDA-6751-4540-87AB-0908E96DCD42}" presName="childText" presStyleLbl="conFgAcc1" presStyleIdx="0" presStyleCnt="4">
        <dgm:presLayoutVars>
          <dgm:bulletEnabled val="1"/>
        </dgm:presLayoutVars>
      </dgm:prSet>
      <dgm:spPr/>
    </dgm:pt>
    <dgm:pt modelId="{DE3D1432-C3F5-48D4-A4EC-CA52DD6540FE}" type="pres">
      <dgm:prSet presAssocID="{3C161A24-1262-4C32-BC41-41481E29EF3D}" presName="spaceBetweenRectangles" presStyleCnt="0"/>
      <dgm:spPr/>
    </dgm:pt>
    <dgm:pt modelId="{046B1936-30E2-4333-A442-DEF783AD3C95}" type="pres">
      <dgm:prSet presAssocID="{B2278C10-C9E1-4969-8C7F-B68F8F476DB0}" presName="parentLin" presStyleCnt="0"/>
      <dgm:spPr/>
    </dgm:pt>
    <dgm:pt modelId="{FE6B879C-AC24-45DF-93C9-35CF81C55DED}" type="pres">
      <dgm:prSet presAssocID="{B2278C10-C9E1-4969-8C7F-B68F8F476DB0}" presName="parentLeftMargin" presStyleLbl="node1" presStyleIdx="0" presStyleCnt="4"/>
      <dgm:spPr/>
    </dgm:pt>
    <dgm:pt modelId="{D64162D2-8333-49C9-A486-6EBC0DFE8A03}" type="pres">
      <dgm:prSet presAssocID="{B2278C10-C9E1-4969-8C7F-B68F8F476DB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AFB0FD-F5A2-467D-AE3A-266B3B72C75B}" type="pres">
      <dgm:prSet presAssocID="{B2278C10-C9E1-4969-8C7F-B68F8F476DB0}" presName="negativeSpace" presStyleCnt="0"/>
      <dgm:spPr/>
    </dgm:pt>
    <dgm:pt modelId="{8FB8DC6C-A668-4B9F-B16A-F08321CAE09C}" type="pres">
      <dgm:prSet presAssocID="{B2278C10-C9E1-4969-8C7F-B68F8F476DB0}" presName="childText" presStyleLbl="conFgAcc1" presStyleIdx="1" presStyleCnt="4">
        <dgm:presLayoutVars>
          <dgm:bulletEnabled val="1"/>
        </dgm:presLayoutVars>
      </dgm:prSet>
      <dgm:spPr/>
    </dgm:pt>
    <dgm:pt modelId="{7CBC5F4B-2ECF-4CEA-A427-ABD497F94015}" type="pres">
      <dgm:prSet presAssocID="{D8D37D99-E152-4AA8-BC98-65B7F235E873}" presName="spaceBetweenRectangles" presStyleCnt="0"/>
      <dgm:spPr/>
    </dgm:pt>
    <dgm:pt modelId="{6FD543E6-C561-4AD3-9C39-8FE23303B028}" type="pres">
      <dgm:prSet presAssocID="{A34E06CF-E3B6-4905-ACC3-BD23C86F79D9}" presName="parentLin" presStyleCnt="0"/>
      <dgm:spPr/>
    </dgm:pt>
    <dgm:pt modelId="{4F87B30F-A307-44A7-88B4-CEC48D0C40A4}" type="pres">
      <dgm:prSet presAssocID="{A34E06CF-E3B6-4905-ACC3-BD23C86F79D9}" presName="parentLeftMargin" presStyleLbl="node1" presStyleIdx="1" presStyleCnt="4"/>
      <dgm:spPr/>
    </dgm:pt>
    <dgm:pt modelId="{204DDDE9-B864-4B30-938D-D0BDE003A81B}" type="pres">
      <dgm:prSet presAssocID="{A34E06CF-E3B6-4905-ACC3-BD23C86F79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2AFC8C-F077-4279-9DBB-3BA7B59A4B33}" type="pres">
      <dgm:prSet presAssocID="{A34E06CF-E3B6-4905-ACC3-BD23C86F79D9}" presName="negativeSpace" presStyleCnt="0"/>
      <dgm:spPr/>
    </dgm:pt>
    <dgm:pt modelId="{F9353525-D90D-467D-A9B0-5AE211F94567}" type="pres">
      <dgm:prSet presAssocID="{A34E06CF-E3B6-4905-ACC3-BD23C86F79D9}" presName="childText" presStyleLbl="conFgAcc1" presStyleIdx="2" presStyleCnt="4">
        <dgm:presLayoutVars>
          <dgm:bulletEnabled val="1"/>
        </dgm:presLayoutVars>
      </dgm:prSet>
      <dgm:spPr/>
    </dgm:pt>
    <dgm:pt modelId="{941C9F9D-FC40-4FA2-95DD-E757FA11E4C1}" type="pres">
      <dgm:prSet presAssocID="{1D08E6DC-74B0-4FA9-BD4E-33C1765E19FA}" presName="spaceBetweenRectangles" presStyleCnt="0"/>
      <dgm:spPr/>
    </dgm:pt>
    <dgm:pt modelId="{8F646B3A-5DC4-44D3-801F-095B5346185C}" type="pres">
      <dgm:prSet presAssocID="{7E81743F-49DD-4680-AB88-A983394AD2A5}" presName="parentLin" presStyleCnt="0"/>
      <dgm:spPr/>
    </dgm:pt>
    <dgm:pt modelId="{A2677102-CE18-4055-9609-5D5EC7FDE277}" type="pres">
      <dgm:prSet presAssocID="{7E81743F-49DD-4680-AB88-A983394AD2A5}" presName="parentLeftMargin" presStyleLbl="node1" presStyleIdx="2" presStyleCnt="4"/>
      <dgm:spPr/>
    </dgm:pt>
    <dgm:pt modelId="{AD6FFD79-DBEC-445E-BE08-0669A58E96AB}" type="pres">
      <dgm:prSet presAssocID="{7E81743F-49DD-4680-AB88-A983394AD2A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3BC828B-B61B-4FD6-BEDE-6683FA753E1B}" type="pres">
      <dgm:prSet presAssocID="{7E81743F-49DD-4680-AB88-A983394AD2A5}" presName="negativeSpace" presStyleCnt="0"/>
      <dgm:spPr/>
    </dgm:pt>
    <dgm:pt modelId="{0DCBC78C-2B3C-4B3F-8D37-53DF30992516}" type="pres">
      <dgm:prSet presAssocID="{7E81743F-49DD-4680-AB88-A983394AD2A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F47A44C-9686-4392-8E52-C27876DC3DEF}" srcId="{1EDC5CEF-DBC7-44A7-B66D-787F3F7904E4}" destId="{B2278C10-C9E1-4969-8C7F-B68F8F476DB0}" srcOrd="1" destOrd="0" parTransId="{706E2D7A-8446-45CA-8182-73C6F84A3FF0}" sibTransId="{D8D37D99-E152-4AA8-BC98-65B7F235E873}"/>
    <dgm:cxn modelId="{AE2B4F5A-667D-4DEC-A6F7-23395F484FC7}" type="presOf" srcId="{A34E06CF-E3B6-4905-ACC3-BD23C86F79D9}" destId="{204DDDE9-B864-4B30-938D-D0BDE003A81B}" srcOrd="1" destOrd="0" presId="urn:microsoft.com/office/officeart/2005/8/layout/list1"/>
    <dgm:cxn modelId="{ABA45669-DA66-4C44-9D7E-58ECBD314CD1}" srcId="{1EDC5CEF-DBC7-44A7-B66D-787F3F7904E4}" destId="{A34E06CF-E3B6-4905-ACC3-BD23C86F79D9}" srcOrd="2" destOrd="0" parTransId="{591569A2-E1C8-4ECA-8BEF-CF4831D1B177}" sibTransId="{1D08E6DC-74B0-4FA9-BD4E-33C1765E19FA}"/>
    <dgm:cxn modelId="{AED79070-D86B-416C-963E-035A6E098D75}" type="presOf" srcId="{1EDC5CEF-DBC7-44A7-B66D-787F3F7904E4}" destId="{CCD9C898-F6F3-43BE-94C4-C8FD88F3081A}" srcOrd="0" destOrd="0" presId="urn:microsoft.com/office/officeart/2005/8/layout/list1"/>
    <dgm:cxn modelId="{F874787A-5DDD-4EDB-91EB-AADE5BA3B913}" type="presOf" srcId="{6B2B3CDA-6751-4540-87AB-0908E96DCD42}" destId="{F9B4FA03-1CF9-41BA-B9AE-270744625228}" srcOrd="1" destOrd="0" presId="urn:microsoft.com/office/officeart/2005/8/layout/list1"/>
    <dgm:cxn modelId="{EBB17CA7-602E-4C1D-A296-5976674495A4}" type="presOf" srcId="{B2278C10-C9E1-4969-8C7F-B68F8F476DB0}" destId="{FE6B879C-AC24-45DF-93C9-35CF81C55DED}" srcOrd="0" destOrd="0" presId="urn:microsoft.com/office/officeart/2005/8/layout/list1"/>
    <dgm:cxn modelId="{C22763B4-57E6-4750-A344-2D6CE91BC37E}" type="presOf" srcId="{6B2B3CDA-6751-4540-87AB-0908E96DCD42}" destId="{C2FD2124-35C5-47E7-A6D9-F04CAD2EC936}" srcOrd="0" destOrd="0" presId="urn:microsoft.com/office/officeart/2005/8/layout/list1"/>
    <dgm:cxn modelId="{2F0B5DC9-78DF-4648-82F7-579D6D74BD26}" type="presOf" srcId="{B2278C10-C9E1-4969-8C7F-B68F8F476DB0}" destId="{D64162D2-8333-49C9-A486-6EBC0DFE8A03}" srcOrd="1" destOrd="0" presId="urn:microsoft.com/office/officeart/2005/8/layout/list1"/>
    <dgm:cxn modelId="{BEBAACC9-C5FB-48C8-A6B0-17F9D3BD5E9C}" type="presOf" srcId="{A34E06CF-E3B6-4905-ACC3-BD23C86F79D9}" destId="{4F87B30F-A307-44A7-88B4-CEC48D0C40A4}" srcOrd="0" destOrd="0" presId="urn:microsoft.com/office/officeart/2005/8/layout/list1"/>
    <dgm:cxn modelId="{6E2D60D8-CC20-40BF-8F84-361F48B7E95A}" type="presOf" srcId="{7E81743F-49DD-4680-AB88-A983394AD2A5}" destId="{A2677102-CE18-4055-9609-5D5EC7FDE277}" srcOrd="0" destOrd="0" presId="urn:microsoft.com/office/officeart/2005/8/layout/list1"/>
    <dgm:cxn modelId="{226279EA-9B50-4780-9F98-D6B08B947136}" srcId="{1EDC5CEF-DBC7-44A7-B66D-787F3F7904E4}" destId="{7E81743F-49DD-4680-AB88-A983394AD2A5}" srcOrd="3" destOrd="0" parTransId="{5D97A00F-EAF5-4AF5-8623-72EFBF741089}" sibTransId="{E8C4F0BE-2F7E-4367-9B1B-0C3ACF5BCD5A}"/>
    <dgm:cxn modelId="{F08D18F5-A3D2-40A3-A9FC-36F55C460151}" type="presOf" srcId="{7E81743F-49DD-4680-AB88-A983394AD2A5}" destId="{AD6FFD79-DBEC-445E-BE08-0669A58E96AB}" srcOrd="1" destOrd="0" presId="urn:microsoft.com/office/officeart/2005/8/layout/list1"/>
    <dgm:cxn modelId="{95C9A1FA-CCEA-46A3-AA58-B1E7B2E17B4B}" srcId="{1EDC5CEF-DBC7-44A7-B66D-787F3F7904E4}" destId="{6B2B3CDA-6751-4540-87AB-0908E96DCD42}" srcOrd="0" destOrd="0" parTransId="{1BE086F1-2927-40F7-9F76-549EDA466624}" sibTransId="{3C161A24-1262-4C32-BC41-41481E29EF3D}"/>
    <dgm:cxn modelId="{59883A50-2E41-4606-9EB6-8C50B4692D34}" type="presParOf" srcId="{CCD9C898-F6F3-43BE-94C4-C8FD88F3081A}" destId="{3677D4BA-E47D-41EB-ADA9-5502B3852129}" srcOrd="0" destOrd="0" presId="urn:microsoft.com/office/officeart/2005/8/layout/list1"/>
    <dgm:cxn modelId="{8960CA5D-F09C-4D90-8B94-A8704F7322C6}" type="presParOf" srcId="{3677D4BA-E47D-41EB-ADA9-5502B3852129}" destId="{C2FD2124-35C5-47E7-A6D9-F04CAD2EC936}" srcOrd="0" destOrd="0" presId="urn:microsoft.com/office/officeart/2005/8/layout/list1"/>
    <dgm:cxn modelId="{A7AB62C3-8ED1-4557-86AF-1ED00EA5270A}" type="presParOf" srcId="{3677D4BA-E47D-41EB-ADA9-5502B3852129}" destId="{F9B4FA03-1CF9-41BA-B9AE-270744625228}" srcOrd="1" destOrd="0" presId="urn:microsoft.com/office/officeart/2005/8/layout/list1"/>
    <dgm:cxn modelId="{DBA3FF86-32E5-4023-9C4A-DA1F8BCFC891}" type="presParOf" srcId="{CCD9C898-F6F3-43BE-94C4-C8FD88F3081A}" destId="{529F83C2-7512-4512-9426-10BF518C7349}" srcOrd="1" destOrd="0" presId="urn:microsoft.com/office/officeart/2005/8/layout/list1"/>
    <dgm:cxn modelId="{9D08D8CC-55B6-45AE-9E09-2A5D0789160D}" type="presParOf" srcId="{CCD9C898-F6F3-43BE-94C4-C8FD88F3081A}" destId="{0A1A8CB8-5B72-495C-8FDB-7ED51F4158C1}" srcOrd="2" destOrd="0" presId="urn:microsoft.com/office/officeart/2005/8/layout/list1"/>
    <dgm:cxn modelId="{6FA2B385-E050-4268-8FA4-D7A250F012BA}" type="presParOf" srcId="{CCD9C898-F6F3-43BE-94C4-C8FD88F3081A}" destId="{DE3D1432-C3F5-48D4-A4EC-CA52DD6540FE}" srcOrd="3" destOrd="0" presId="urn:microsoft.com/office/officeart/2005/8/layout/list1"/>
    <dgm:cxn modelId="{198C6EAD-4FC1-449E-BDD2-66614D79EE79}" type="presParOf" srcId="{CCD9C898-F6F3-43BE-94C4-C8FD88F3081A}" destId="{046B1936-30E2-4333-A442-DEF783AD3C95}" srcOrd="4" destOrd="0" presId="urn:microsoft.com/office/officeart/2005/8/layout/list1"/>
    <dgm:cxn modelId="{5BD77816-F017-407A-9F89-1B12E434C77F}" type="presParOf" srcId="{046B1936-30E2-4333-A442-DEF783AD3C95}" destId="{FE6B879C-AC24-45DF-93C9-35CF81C55DED}" srcOrd="0" destOrd="0" presId="urn:microsoft.com/office/officeart/2005/8/layout/list1"/>
    <dgm:cxn modelId="{3783B374-C392-491B-A5D9-AA8CEB7B3FF8}" type="presParOf" srcId="{046B1936-30E2-4333-A442-DEF783AD3C95}" destId="{D64162D2-8333-49C9-A486-6EBC0DFE8A03}" srcOrd="1" destOrd="0" presId="urn:microsoft.com/office/officeart/2005/8/layout/list1"/>
    <dgm:cxn modelId="{0B5EB979-FD6C-4572-9A0E-3D2E4C2CD9CF}" type="presParOf" srcId="{CCD9C898-F6F3-43BE-94C4-C8FD88F3081A}" destId="{74AFB0FD-F5A2-467D-AE3A-266B3B72C75B}" srcOrd="5" destOrd="0" presId="urn:microsoft.com/office/officeart/2005/8/layout/list1"/>
    <dgm:cxn modelId="{D0547EAE-84FB-4253-A8A9-F88A64AA5B02}" type="presParOf" srcId="{CCD9C898-F6F3-43BE-94C4-C8FD88F3081A}" destId="{8FB8DC6C-A668-4B9F-B16A-F08321CAE09C}" srcOrd="6" destOrd="0" presId="urn:microsoft.com/office/officeart/2005/8/layout/list1"/>
    <dgm:cxn modelId="{756FBCDB-58A1-48E4-A98F-3BC5DED7FC61}" type="presParOf" srcId="{CCD9C898-F6F3-43BE-94C4-C8FD88F3081A}" destId="{7CBC5F4B-2ECF-4CEA-A427-ABD497F94015}" srcOrd="7" destOrd="0" presId="urn:microsoft.com/office/officeart/2005/8/layout/list1"/>
    <dgm:cxn modelId="{A3F1084B-694E-4CC6-AA6A-ACF6C7BDD986}" type="presParOf" srcId="{CCD9C898-F6F3-43BE-94C4-C8FD88F3081A}" destId="{6FD543E6-C561-4AD3-9C39-8FE23303B028}" srcOrd="8" destOrd="0" presId="urn:microsoft.com/office/officeart/2005/8/layout/list1"/>
    <dgm:cxn modelId="{590E5C41-25C8-4FDA-8ED8-731E8DE0CCAF}" type="presParOf" srcId="{6FD543E6-C561-4AD3-9C39-8FE23303B028}" destId="{4F87B30F-A307-44A7-88B4-CEC48D0C40A4}" srcOrd="0" destOrd="0" presId="urn:microsoft.com/office/officeart/2005/8/layout/list1"/>
    <dgm:cxn modelId="{586441D3-99C1-4532-A939-ECD0B54CBED5}" type="presParOf" srcId="{6FD543E6-C561-4AD3-9C39-8FE23303B028}" destId="{204DDDE9-B864-4B30-938D-D0BDE003A81B}" srcOrd="1" destOrd="0" presId="urn:microsoft.com/office/officeart/2005/8/layout/list1"/>
    <dgm:cxn modelId="{6E767AD6-A8B6-4C31-923A-A322159BFB4C}" type="presParOf" srcId="{CCD9C898-F6F3-43BE-94C4-C8FD88F3081A}" destId="{602AFC8C-F077-4279-9DBB-3BA7B59A4B33}" srcOrd="9" destOrd="0" presId="urn:microsoft.com/office/officeart/2005/8/layout/list1"/>
    <dgm:cxn modelId="{73CCDD76-3956-4BFA-A980-CBF8CC00C682}" type="presParOf" srcId="{CCD9C898-F6F3-43BE-94C4-C8FD88F3081A}" destId="{F9353525-D90D-467D-A9B0-5AE211F94567}" srcOrd="10" destOrd="0" presId="urn:microsoft.com/office/officeart/2005/8/layout/list1"/>
    <dgm:cxn modelId="{687CBD2C-555A-44E7-8650-5006A91D3EAA}" type="presParOf" srcId="{CCD9C898-F6F3-43BE-94C4-C8FD88F3081A}" destId="{941C9F9D-FC40-4FA2-95DD-E757FA11E4C1}" srcOrd="11" destOrd="0" presId="urn:microsoft.com/office/officeart/2005/8/layout/list1"/>
    <dgm:cxn modelId="{D7D6CEDB-5479-4C71-B8A1-743AEEEA2FF5}" type="presParOf" srcId="{CCD9C898-F6F3-43BE-94C4-C8FD88F3081A}" destId="{8F646B3A-5DC4-44D3-801F-095B5346185C}" srcOrd="12" destOrd="0" presId="urn:microsoft.com/office/officeart/2005/8/layout/list1"/>
    <dgm:cxn modelId="{6049FE65-FE3F-4CBE-8459-F71CF652D222}" type="presParOf" srcId="{8F646B3A-5DC4-44D3-801F-095B5346185C}" destId="{A2677102-CE18-4055-9609-5D5EC7FDE277}" srcOrd="0" destOrd="0" presId="urn:microsoft.com/office/officeart/2005/8/layout/list1"/>
    <dgm:cxn modelId="{039E6971-1282-4F90-9A65-5088E98C67BC}" type="presParOf" srcId="{8F646B3A-5DC4-44D3-801F-095B5346185C}" destId="{AD6FFD79-DBEC-445E-BE08-0669A58E96AB}" srcOrd="1" destOrd="0" presId="urn:microsoft.com/office/officeart/2005/8/layout/list1"/>
    <dgm:cxn modelId="{4F80F5A2-59C9-4270-B389-1E7368C105F1}" type="presParOf" srcId="{CCD9C898-F6F3-43BE-94C4-C8FD88F3081A}" destId="{23BC828B-B61B-4FD6-BEDE-6683FA753E1B}" srcOrd="13" destOrd="0" presId="urn:microsoft.com/office/officeart/2005/8/layout/list1"/>
    <dgm:cxn modelId="{737CB0EA-6972-4A11-A1CF-773255F521CC}" type="presParOf" srcId="{CCD9C898-F6F3-43BE-94C4-C8FD88F3081A}" destId="{0DCBC78C-2B3C-4B3F-8D37-53DF3099251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91E340-FE68-4900-817B-B48FAC77A46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76B37CB2-E392-4D84-8DE9-2AA65048D52C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Improve reporting speed and accuracy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1EBCA5-67A2-4DDA-A9EA-8CFB2BA4F8EE}" type="parTrans" cxnId="{CBCDF7CA-B2A3-488E-9971-A67B9EF97E23}">
      <dgm:prSet/>
      <dgm:spPr/>
      <dgm:t>
        <a:bodyPr/>
        <a:lstStyle/>
        <a:p>
          <a:endParaRPr lang="en-IN"/>
        </a:p>
      </dgm:t>
    </dgm:pt>
    <dgm:pt modelId="{7C999ED3-F409-41DB-BFC0-1E46566E2AC1}" type="sibTrans" cxnId="{CBCDF7CA-B2A3-488E-9971-A67B9EF97E23}">
      <dgm:prSet/>
      <dgm:spPr/>
      <dgm:t>
        <a:bodyPr/>
        <a:lstStyle/>
        <a:p>
          <a:endParaRPr lang="en-IN"/>
        </a:p>
      </dgm:t>
    </dgm:pt>
    <dgm:pt modelId="{FE6BA2D7-E868-4A53-B114-A935438270C7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Reduce manual data handling errors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6C7EBE-59F6-407A-A3CA-C19E7D46B29D}" type="parTrans" cxnId="{882674A5-10F9-4249-932E-1F88C9186B80}">
      <dgm:prSet/>
      <dgm:spPr/>
      <dgm:t>
        <a:bodyPr/>
        <a:lstStyle/>
        <a:p>
          <a:endParaRPr lang="en-IN"/>
        </a:p>
      </dgm:t>
    </dgm:pt>
    <dgm:pt modelId="{DCF8E019-906B-45B5-B962-51C50D3E8FEC}" type="sibTrans" cxnId="{882674A5-10F9-4249-932E-1F88C9186B80}">
      <dgm:prSet/>
      <dgm:spPr/>
      <dgm:t>
        <a:bodyPr/>
        <a:lstStyle/>
        <a:p>
          <a:endParaRPr lang="en-IN"/>
        </a:p>
      </dgm:t>
    </dgm:pt>
    <dgm:pt modelId="{E1C963F3-830B-4652-B98E-3BAA2137B6FF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Limited by data quality issues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6C628F-D232-4243-BB09-F76B59A4D762}" type="parTrans" cxnId="{AA69DD07-F9A5-4301-AE90-FAA4AD5AD2D5}">
      <dgm:prSet/>
      <dgm:spPr/>
      <dgm:t>
        <a:bodyPr/>
        <a:lstStyle/>
        <a:p>
          <a:endParaRPr lang="en-IN"/>
        </a:p>
      </dgm:t>
    </dgm:pt>
    <dgm:pt modelId="{47BDCCF2-9752-4039-9D19-465620C2EB98}" type="sibTrans" cxnId="{AA69DD07-F9A5-4301-AE90-FAA4AD5AD2D5}">
      <dgm:prSet/>
      <dgm:spPr/>
      <dgm:t>
        <a:bodyPr/>
        <a:lstStyle/>
        <a:p>
          <a:endParaRPr lang="en-IN"/>
        </a:p>
      </dgm:t>
    </dgm:pt>
    <dgm:pt modelId="{8E6F72AB-DA97-48B8-9A72-875AB3A2E179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Require user skills and training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78EE6B-B602-41BC-B422-5E5D9E80D263}" type="parTrans" cxnId="{BB6740C0-2BE5-49F2-9BF2-8D6FB064D5CE}">
      <dgm:prSet/>
      <dgm:spPr/>
      <dgm:t>
        <a:bodyPr/>
        <a:lstStyle/>
        <a:p>
          <a:endParaRPr lang="en-IN"/>
        </a:p>
      </dgm:t>
    </dgm:pt>
    <dgm:pt modelId="{6FC61047-5A94-4D1E-8B96-7DE66A50220E}" type="sibTrans" cxnId="{BB6740C0-2BE5-49F2-9BF2-8D6FB064D5CE}">
      <dgm:prSet/>
      <dgm:spPr/>
      <dgm:t>
        <a:bodyPr/>
        <a:lstStyle/>
        <a:p>
          <a:endParaRPr lang="en-IN"/>
        </a:p>
      </dgm:t>
    </dgm:pt>
    <dgm:pt modelId="{E8F0C8FF-DB4B-4DF3-AE0C-EE94F397EEE6}" type="pres">
      <dgm:prSet presAssocID="{3F91E340-FE68-4900-817B-B48FAC77A464}" presName="linear" presStyleCnt="0">
        <dgm:presLayoutVars>
          <dgm:animLvl val="lvl"/>
          <dgm:resizeHandles val="exact"/>
        </dgm:presLayoutVars>
      </dgm:prSet>
      <dgm:spPr/>
    </dgm:pt>
    <dgm:pt modelId="{A0EBE590-A8EF-4EEA-983A-46904F319D40}" type="pres">
      <dgm:prSet presAssocID="{76B37CB2-E392-4D84-8DE9-2AA65048D52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66D015-A466-4E01-9DF5-84274A9A4C65}" type="pres">
      <dgm:prSet presAssocID="{7C999ED3-F409-41DB-BFC0-1E46566E2AC1}" presName="spacer" presStyleCnt="0"/>
      <dgm:spPr/>
    </dgm:pt>
    <dgm:pt modelId="{CB6E6928-3D3C-4518-9197-21910ABBBB00}" type="pres">
      <dgm:prSet presAssocID="{FE6BA2D7-E868-4A53-B114-A935438270C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ABF1D81-42CF-4215-8864-245A7D1FCE2C}" type="pres">
      <dgm:prSet presAssocID="{DCF8E019-906B-45B5-B962-51C50D3E8FEC}" presName="spacer" presStyleCnt="0"/>
      <dgm:spPr/>
    </dgm:pt>
    <dgm:pt modelId="{DD07131B-5712-492A-B904-273B535F603D}" type="pres">
      <dgm:prSet presAssocID="{E1C963F3-830B-4652-B98E-3BAA2137B6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1541FC-65DE-4835-8892-F9DEE0AEC3EF}" type="pres">
      <dgm:prSet presAssocID="{47BDCCF2-9752-4039-9D19-465620C2EB98}" presName="spacer" presStyleCnt="0"/>
      <dgm:spPr/>
    </dgm:pt>
    <dgm:pt modelId="{8219DACF-8F4D-469E-8103-9C4015C27EE1}" type="pres">
      <dgm:prSet presAssocID="{8E6F72AB-DA97-48B8-9A72-875AB3A2E1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A69DD07-F9A5-4301-AE90-FAA4AD5AD2D5}" srcId="{3F91E340-FE68-4900-817B-B48FAC77A464}" destId="{E1C963F3-830B-4652-B98E-3BAA2137B6FF}" srcOrd="2" destOrd="0" parTransId="{336C628F-D232-4243-BB09-F76B59A4D762}" sibTransId="{47BDCCF2-9752-4039-9D19-465620C2EB98}"/>
    <dgm:cxn modelId="{D7A4B140-1526-44D1-BB8F-5E361F9185D2}" type="presOf" srcId="{E1C963F3-830B-4652-B98E-3BAA2137B6FF}" destId="{DD07131B-5712-492A-B904-273B535F603D}" srcOrd="0" destOrd="0" presId="urn:microsoft.com/office/officeart/2005/8/layout/vList2"/>
    <dgm:cxn modelId="{5B530C4C-DDC6-48BA-9C3E-DBC373C827EB}" type="presOf" srcId="{FE6BA2D7-E868-4A53-B114-A935438270C7}" destId="{CB6E6928-3D3C-4518-9197-21910ABBBB00}" srcOrd="0" destOrd="0" presId="urn:microsoft.com/office/officeart/2005/8/layout/vList2"/>
    <dgm:cxn modelId="{20A79668-527F-4425-9BDE-276178172DC1}" type="presOf" srcId="{8E6F72AB-DA97-48B8-9A72-875AB3A2E179}" destId="{8219DACF-8F4D-469E-8103-9C4015C27EE1}" srcOrd="0" destOrd="0" presId="urn:microsoft.com/office/officeart/2005/8/layout/vList2"/>
    <dgm:cxn modelId="{882674A5-10F9-4249-932E-1F88C9186B80}" srcId="{3F91E340-FE68-4900-817B-B48FAC77A464}" destId="{FE6BA2D7-E868-4A53-B114-A935438270C7}" srcOrd="1" destOrd="0" parTransId="{256C7EBE-59F6-407A-A3CA-C19E7D46B29D}" sibTransId="{DCF8E019-906B-45B5-B962-51C50D3E8FEC}"/>
    <dgm:cxn modelId="{160A19BA-0ECC-425D-9339-0C96292F54E5}" type="presOf" srcId="{76B37CB2-E392-4D84-8DE9-2AA65048D52C}" destId="{A0EBE590-A8EF-4EEA-983A-46904F319D40}" srcOrd="0" destOrd="0" presId="urn:microsoft.com/office/officeart/2005/8/layout/vList2"/>
    <dgm:cxn modelId="{BB6740C0-2BE5-49F2-9BF2-8D6FB064D5CE}" srcId="{3F91E340-FE68-4900-817B-B48FAC77A464}" destId="{8E6F72AB-DA97-48B8-9A72-875AB3A2E179}" srcOrd="3" destOrd="0" parTransId="{9678EE6B-B602-41BC-B422-5E5D9E80D263}" sibTransId="{6FC61047-5A94-4D1E-8B96-7DE66A50220E}"/>
    <dgm:cxn modelId="{63AACFC8-374C-4BFF-978A-1A5188F774B6}" type="presOf" srcId="{3F91E340-FE68-4900-817B-B48FAC77A464}" destId="{E8F0C8FF-DB4B-4DF3-AE0C-EE94F397EEE6}" srcOrd="0" destOrd="0" presId="urn:microsoft.com/office/officeart/2005/8/layout/vList2"/>
    <dgm:cxn modelId="{CBCDF7CA-B2A3-488E-9971-A67B9EF97E23}" srcId="{3F91E340-FE68-4900-817B-B48FAC77A464}" destId="{76B37CB2-E392-4D84-8DE9-2AA65048D52C}" srcOrd="0" destOrd="0" parTransId="{8D1EBCA5-67A2-4DDA-A9EA-8CFB2BA4F8EE}" sibTransId="{7C999ED3-F409-41DB-BFC0-1E46566E2AC1}"/>
    <dgm:cxn modelId="{5F86A21B-44E8-4233-8EBE-B42660988085}" type="presParOf" srcId="{E8F0C8FF-DB4B-4DF3-AE0C-EE94F397EEE6}" destId="{A0EBE590-A8EF-4EEA-983A-46904F319D40}" srcOrd="0" destOrd="0" presId="urn:microsoft.com/office/officeart/2005/8/layout/vList2"/>
    <dgm:cxn modelId="{CC8BCC5B-D03B-44B4-959D-D8CFF7FD53A8}" type="presParOf" srcId="{E8F0C8FF-DB4B-4DF3-AE0C-EE94F397EEE6}" destId="{7F66D015-A466-4E01-9DF5-84274A9A4C65}" srcOrd="1" destOrd="0" presId="urn:microsoft.com/office/officeart/2005/8/layout/vList2"/>
    <dgm:cxn modelId="{82469067-3FBD-4A1B-B8AD-C2CA1F71C546}" type="presParOf" srcId="{E8F0C8FF-DB4B-4DF3-AE0C-EE94F397EEE6}" destId="{CB6E6928-3D3C-4518-9197-21910ABBBB00}" srcOrd="2" destOrd="0" presId="urn:microsoft.com/office/officeart/2005/8/layout/vList2"/>
    <dgm:cxn modelId="{BC9E9656-0BBC-43E6-B396-0E582048EFDA}" type="presParOf" srcId="{E8F0C8FF-DB4B-4DF3-AE0C-EE94F397EEE6}" destId="{BABF1D81-42CF-4215-8864-245A7D1FCE2C}" srcOrd="3" destOrd="0" presId="urn:microsoft.com/office/officeart/2005/8/layout/vList2"/>
    <dgm:cxn modelId="{D33FE368-E106-4D13-BC86-380F8F01072D}" type="presParOf" srcId="{E8F0C8FF-DB4B-4DF3-AE0C-EE94F397EEE6}" destId="{DD07131B-5712-492A-B904-273B535F603D}" srcOrd="4" destOrd="0" presId="urn:microsoft.com/office/officeart/2005/8/layout/vList2"/>
    <dgm:cxn modelId="{D7F9D414-9899-41CC-ABBB-07D9D5890C2D}" type="presParOf" srcId="{E8F0C8FF-DB4B-4DF3-AE0C-EE94F397EEE6}" destId="{131541FC-65DE-4835-8892-F9DEE0AEC3EF}" srcOrd="5" destOrd="0" presId="urn:microsoft.com/office/officeart/2005/8/layout/vList2"/>
    <dgm:cxn modelId="{150501FB-2A33-4E2E-B211-7963468349DD}" type="presParOf" srcId="{E8F0C8FF-DB4B-4DF3-AE0C-EE94F397EEE6}" destId="{8219DACF-8F4D-469E-8103-9C4015C27E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8D6980F-1672-4572-8EEC-23757F5933C1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54A5A43B-9B3D-42DB-9EBA-4609A1F7FDFB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Support forecasting and predictive cost analysis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DB8A5A-869F-4B3C-AABD-55D635F2F73D}" type="parTrans" cxnId="{E3935F39-8963-4801-8643-CC8D7D737927}">
      <dgm:prSet/>
      <dgm:spPr/>
      <dgm:t>
        <a:bodyPr/>
        <a:lstStyle/>
        <a:p>
          <a:endParaRPr lang="en-IN"/>
        </a:p>
      </dgm:t>
    </dgm:pt>
    <dgm:pt modelId="{7E2F3B70-CAB5-4AF4-9244-E02F31E8E9D7}" type="sibTrans" cxnId="{E3935F39-8963-4801-8643-CC8D7D737927}">
      <dgm:prSet/>
      <dgm:spPr/>
      <dgm:t>
        <a:bodyPr/>
        <a:lstStyle/>
        <a:p>
          <a:endParaRPr lang="en-IN"/>
        </a:p>
      </dgm:t>
    </dgm:pt>
    <dgm:pt modelId="{A6A80128-F2F3-4A9E-8605-D4633BF9714D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Enable early identification of cost overruns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1679CA-1097-463E-8C7E-82BB44EF1446}" type="parTrans" cxnId="{5252246F-3276-48A0-9F2F-D7A73BC3D854}">
      <dgm:prSet/>
      <dgm:spPr/>
      <dgm:t>
        <a:bodyPr/>
        <a:lstStyle/>
        <a:p>
          <a:endParaRPr lang="en-IN"/>
        </a:p>
      </dgm:t>
    </dgm:pt>
    <dgm:pt modelId="{67160619-47D5-4756-A98B-0592029EAF97}" type="sibTrans" cxnId="{5252246F-3276-48A0-9F2F-D7A73BC3D854}">
      <dgm:prSet/>
      <dgm:spPr/>
      <dgm:t>
        <a:bodyPr/>
        <a:lstStyle/>
        <a:p>
          <a:endParaRPr lang="en-IN"/>
        </a:p>
      </dgm:t>
    </dgm:pt>
    <dgm:pt modelId="{B352B162-8EBD-4472-99EE-D0C14CAA2C81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Underutilised due to technical complexity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21A0D9-DDD8-497C-8902-898882D5663C}" type="parTrans" cxnId="{FE077809-BBAE-4619-86AC-C4EEADE70468}">
      <dgm:prSet/>
      <dgm:spPr/>
      <dgm:t>
        <a:bodyPr/>
        <a:lstStyle/>
        <a:p>
          <a:endParaRPr lang="en-IN"/>
        </a:p>
      </dgm:t>
    </dgm:pt>
    <dgm:pt modelId="{0EE1B167-018C-49C1-B622-6E8E497E60DF}" type="sibTrans" cxnId="{FE077809-BBAE-4619-86AC-C4EEADE70468}">
      <dgm:prSet/>
      <dgm:spPr/>
      <dgm:t>
        <a:bodyPr/>
        <a:lstStyle/>
        <a:p>
          <a:endParaRPr lang="en-IN"/>
        </a:p>
      </dgm:t>
    </dgm:pt>
    <dgm:pt modelId="{35AB3F95-F4D2-4EB8-8830-57182BEBFD07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Offer future research opportunities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6131CF-8E81-4D37-9F00-D3E13590EDE7}" type="parTrans" cxnId="{09FDF5B8-933A-42B1-9E80-96CFD4CAE88F}">
      <dgm:prSet/>
      <dgm:spPr/>
      <dgm:t>
        <a:bodyPr/>
        <a:lstStyle/>
        <a:p>
          <a:endParaRPr lang="en-IN"/>
        </a:p>
      </dgm:t>
    </dgm:pt>
    <dgm:pt modelId="{A744F022-7E53-487F-A569-E1EA3D608E23}" type="sibTrans" cxnId="{09FDF5B8-933A-42B1-9E80-96CFD4CAE88F}">
      <dgm:prSet/>
      <dgm:spPr/>
      <dgm:t>
        <a:bodyPr/>
        <a:lstStyle/>
        <a:p>
          <a:endParaRPr lang="en-IN"/>
        </a:p>
      </dgm:t>
    </dgm:pt>
    <dgm:pt modelId="{FA5E739A-5E02-4AB7-A837-366B54C003D2}" type="pres">
      <dgm:prSet presAssocID="{48D6980F-1672-4572-8EEC-23757F5933C1}" presName="outerComposite" presStyleCnt="0">
        <dgm:presLayoutVars>
          <dgm:chMax val="5"/>
          <dgm:dir/>
          <dgm:resizeHandles val="exact"/>
        </dgm:presLayoutVars>
      </dgm:prSet>
      <dgm:spPr/>
    </dgm:pt>
    <dgm:pt modelId="{BFC30413-E783-4FA8-ACE9-9E2B8F3F0E3B}" type="pres">
      <dgm:prSet presAssocID="{48D6980F-1672-4572-8EEC-23757F5933C1}" presName="dummyMaxCanvas" presStyleCnt="0">
        <dgm:presLayoutVars/>
      </dgm:prSet>
      <dgm:spPr/>
    </dgm:pt>
    <dgm:pt modelId="{261AE1D9-DFBD-46F3-986B-83EDA23068C9}" type="pres">
      <dgm:prSet presAssocID="{48D6980F-1672-4572-8EEC-23757F5933C1}" presName="FourNodes_1" presStyleLbl="node1" presStyleIdx="0" presStyleCnt="4">
        <dgm:presLayoutVars>
          <dgm:bulletEnabled val="1"/>
        </dgm:presLayoutVars>
      </dgm:prSet>
      <dgm:spPr/>
    </dgm:pt>
    <dgm:pt modelId="{D5B82422-E538-4C4B-9772-99841D940C1F}" type="pres">
      <dgm:prSet presAssocID="{48D6980F-1672-4572-8EEC-23757F5933C1}" presName="FourNodes_2" presStyleLbl="node1" presStyleIdx="1" presStyleCnt="4">
        <dgm:presLayoutVars>
          <dgm:bulletEnabled val="1"/>
        </dgm:presLayoutVars>
      </dgm:prSet>
      <dgm:spPr/>
    </dgm:pt>
    <dgm:pt modelId="{3B319A44-0BDD-4B0C-9464-E6934AF12777}" type="pres">
      <dgm:prSet presAssocID="{48D6980F-1672-4572-8EEC-23757F5933C1}" presName="FourNodes_3" presStyleLbl="node1" presStyleIdx="2" presStyleCnt="4">
        <dgm:presLayoutVars>
          <dgm:bulletEnabled val="1"/>
        </dgm:presLayoutVars>
      </dgm:prSet>
      <dgm:spPr/>
    </dgm:pt>
    <dgm:pt modelId="{82BDB79F-7C58-46FD-A23D-143EA7E5675F}" type="pres">
      <dgm:prSet presAssocID="{48D6980F-1672-4572-8EEC-23757F5933C1}" presName="FourNodes_4" presStyleLbl="node1" presStyleIdx="3" presStyleCnt="4">
        <dgm:presLayoutVars>
          <dgm:bulletEnabled val="1"/>
        </dgm:presLayoutVars>
      </dgm:prSet>
      <dgm:spPr/>
    </dgm:pt>
    <dgm:pt modelId="{159F790D-1B8A-4BE3-88F5-BB71A37E8DAC}" type="pres">
      <dgm:prSet presAssocID="{48D6980F-1672-4572-8EEC-23757F5933C1}" presName="FourConn_1-2" presStyleLbl="fgAccFollowNode1" presStyleIdx="0" presStyleCnt="3">
        <dgm:presLayoutVars>
          <dgm:bulletEnabled val="1"/>
        </dgm:presLayoutVars>
      </dgm:prSet>
      <dgm:spPr/>
    </dgm:pt>
    <dgm:pt modelId="{8B090B90-166F-4440-9C1C-541C1EA9C987}" type="pres">
      <dgm:prSet presAssocID="{48D6980F-1672-4572-8EEC-23757F5933C1}" presName="FourConn_2-3" presStyleLbl="fgAccFollowNode1" presStyleIdx="1" presStyleCnt="3">
        <dgm:presLayoutVars>
          <dgm:bulletEnabled val="1"/>
        </dgm:presLayoutVars>
      </dgm:prSet>
      <dgm:spPr/>
    </dgm:pt>
    <dgm:pt modelId="{AA5278AE-E86F-44C5-B4F5-A6F50509A83A}" type="pres">
      <dgm:prSet presAssocID="{48D6980F-1672-4572-8EEC-23757F5933C1}" presName="FourConn_3-4" presStyleLbl="fgAccFollowNode1" presStyleIdx="2" presStyleCnt="3">
        <dgm:presLayoutVars>
          <dgm:bulletEnabled val="1"/>
        </dgm:presLayoutVars>
      </dgm:prSet>
      <dgm:spPr/>
    </dgm:pt>
    <dgm:pt modelId="{333845AE-DB00-4C66-8737-A0D6710BFC4B}" type="pres">
      <dgm:prSet presAssocID="{48D6980F-1672-4572-8EEC-23757F5933C1}" presName="FourNodes_1_text" presStyleLbl="node1" presStyleIdx="3" presStyleCnt="4">
        <dgm:presLayoutVars>
          <dgm:bulletEnabled val="1"/>
        </dgm:presLayoutVars>
      </dgm:prSet>
      <dgm:spPr/>
    </dgm:pt>
    <dgm:pt modelId="{5317C640-312A-43FA-9AB1-55EA21295585}" type="pres">
      <dgm:prSet presAssocID="{48D6980F-1672-4572-8EEC-23757F5933C1}" presName="FourNodes_2_text" presStyleLbl="node1" presStyleIdx="3" presStyleCnt="4">
        <dgm:presLayoutVars>
          <dgm:bulletEnabled val="1"/>
        </dgm:presLayoutVars>
      </dgm:prSet>
      <dgm:spPr/>
    </dgm:pt>
    <dgm:pt modelId="{C8CCF22B-C321-4492-8123-465C24A6D4BE}" type="pres">
      <dgm:prSet presAssocID="{48D6980F-1672-4572-8EEC-23757F5933C1}" presName="FourNodes_3_text" presStyleLbl="node1" presStyleIdx="3" presStyleCnt="4">
        <dgm:presLayoutVars>
          <dgm:bulletEnabled val="1"/>
        </dgm:presLayoutVars>
      </dgm:prSet>
      <dgm:spPr/>
    </dgm:pt>
    <dgm:pt modelId="{9EB7F0B6-91D6-474E-A92C-10280F10157E}" type="pres">
      <dgm:prSet presAssocID="{48D6980F-1672-4572-8EEC-23757F5933C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E077809-BBAE-4619-86AC-C4EEADE70468}" srcId="{48D6980F-1672-4572-8EEC-23757F5933C1}" destId="{B352B162-8EBD-4472-99EE-D0C14CAA2C81}" srcOrd="2" destOrd="0" parTransId="{3F21A0D9-DDD8-497C-8902-898882D5663C}" sibTransId="{0EE1B167-018C-49C1-B622-6E8E497E60DF}"/>
    <dgm:cxn modelId="{6E7A1A12-8DA0-43E3-BA62-AB9702628A53}" type="presOf" srcId="{B352B162-8EBD-4472-99EE-D0C14CAA2C81}" destId="{C8CCF22B-C321-4492-8123-465C24A6D4BE}" srcOrd="1" destOrd="0" presId="urn:microsoft.com/office/officeart/2005/8/layout/vProcess5"/>
    <dgm:cxn modelId="{F7EF6616-7A15-4AAE-9174-DEA06B306ADA}" type="presOf" srcId="{48D6980F-1672-4572-8EEC-23757F5933C1}" destId="{FA5E739A-5E02-4AB7-A837-366B54C003D2}" srcOrd="0" destOrd="0" presId="urn:microsoft.com/office/officeart/2005/8/layout/vProcess5"/>
    <dgm:cxn modelId="{A9BE6C18-00E5-4E69-BF34-0F9C9245F8BB}" type="presOf" srcId="{7E2F3B70-CAB5-4AF4-9244-E02F31E8E9D7}" destId="{159F790D-1B8A-4BE3-88F5-BB71A37E8DAC}" srcOrd="0" destOrd="0" presId="urn:microsoft.com/office/officeart/2005/8/layout/vProcess5"/>
    <dgm:cxn modelId="{B3D5FE2A-9139-4142-9B89-15FD559757C7}" type="presOf" srcId="{67160619-47D5-4756-A98B-0592029EAF97}" destId="{8B090B90-166F-4440-9C1C-541C1EA9C987}" srcOrd="0" destOrd="0" presId="urn:microsoft.com/office/officeart/2005/8/layout/vProcess5"/>
    <dgm:cxn modelId="{E3935F39-8963-4801-8643-CC8D7D737927}" srcId="{48D6980F-1672-4572-8EEC-23757F5933C1}" destId="{54A5A43B-9B3D-42DB-9EBA-4609A1F7FDFB}" srcOrd="0" destOrd="0" parTransId="{1ADB8A5A-869F-4B3C-AABD-55D635F2F73D}" sibTransId="{7E2F3B70-CAB5-4AF4-9244-E02F31E8E9D7}"/>
    <dgm:cxn modelId="{55D6014F-9051-489D-8B18-DC6BCCC3E4C2}" type="presOf" srcId="{35AB3F95-F4D2-4EB8-8830-57182BEBFD07}" destId="{82BDB79F-7C58-46FD-A23D-143EA7E5675F}" srcOrd="0" destOrd="0" presId="urn:microsoft.com/office/officeart/2005/8/layout/vProcess5"/>
    <dgm:cxn modelId="{6A3F9F68-25C6-42DC-B77E-0A1F73D75D86}" type="presOf" srcId="{A6A80128-F2F3-4A9E-8605-D4633BF9714D}" destId="{5317C640-312A-43FA-9AB1-55EA21295585}" srcOrd="1" destOrd="0" presId="urn:microsoft.com/office/officeart/2005/8/layout/vProcess5"/>
    <dgm:cxn modelId="{386A8A6C-669D-4204-8F32-C8CBC028A45E}" type="presOf" srcId="{B352B162-8EBD-4472-99EE-D0C14CAA2C81}" destId="{3B319A44-0BDD-4B0C-9464-E6934AF12777}" srcOrd="0" destOrd="0" presId="urn:microsoft.com/office/officeart/2005/8/layout/vProcess5"/>
    <dgm:cxn modelId="{5252246F-3276-48A0-9F2F-D7A73BC3D854}" srcId="{48D6980F-1672-4572-8EEC-23757F5933C1}" destId="{A6A80128-F2F3-4A9E-8605-D4633BF9714D}" srcOrd="1" destOrd="0" parTransId="{BB1679CA-1097-463E-8C7E-82BB44EF1446}" sibTransId="{67160619-47D5-4756-A98B-0592029EAF97}"/>
    <dgm:cxn modelId="{66FCD671-FC43-414C-9370-99014AF171CD}" type="presOf" srcId="{0EE1B167-018C-49C1-B622-6E8E497E60DF}" destId="{AA5278AE-E86F-44C5-B4F5-A6F50509A83A}" srcOrd="0" destOrd="0" presId="urn:microsoft.com/office/officeart/2005/8/layout/vProcess5"/>
    <dgm:cxn modelId="{21142F98-A2DA-4501-892E-E23C257CC7A2}" type="presOf" srcId="{35AB3F95-F4D2-4EB8-8830-57182BEBFD07}" destId="{9EB7F0B6-91D6-474E-A92C-10280F10157E}" srcOrd="1" destOrd="0" presId="urn:microsoft.com/office/officeart/2005/8/layout/vProcess5"/>
    <dgm:cxn modelId="{8704A79F-EDA2-4D6B-8946-98D737C1D8C2}" type="presOf" srcId="{A6A80128-F2F3-4A9E-8605-D4633BF9714D}" destId="{D5B82422-E538-4C4B-9772-99841D940C1F}" srcOrd="0" destOrd="0" presId="urn:microsoft.com/office/officeart/2005/8/layout/vProcess5"/>
    <dgm:cxn modelId="{69FD93B3-F3A7-401F-945E-5D42A07F418D}" type="presOf" srcId="{54A5A43B-9B3D-42DB-9EBA-4609A1F7FDFB}" destId="{261AE1D9-DFBD-46F3-986B-83EDA23068C9}" srcOrd="0" destOrd="0" presId="urn:microsoft.com/office/officeart/2005/8/layout/vProcess5"/>
    <dgm:cxn modelId="{09FDF5B8-933A-42B1-9E80-96CFD4CAE88F}" srcId="{48D6980F-1672-4572-8EEC-23757F5933C1}" destId="{35AB3F95-F4D2-4EB8-8830-57182BEBFD07}" srcOrd="3" destOrd="0" parTransId="{4D6131CF-8E81-4D37-9F00-D3E13590EDE7}" sibTransId="{A744F022-7E53-487F-A569-E1EA3D608E23}"/>
    <dgm:cxn modelId="{B1CA5DC4-F99E-4498-94BE-195DC8D01A01}" type="presOf" srcId="{54A5A43B-9B3D-42DB-9EBA-4609A1F7FDFB}" destId="{333845AE-DB00-4C66-8737-A0D6710BFC4B}" srcOrd="1" destOrd="0" presId="urn:microsoft.com/office/officeart/2005/8/layout/vProcess5"/>
    <dgm:cxn modelId="{12726892-B4B4-4792-A171-5C6349F58D4B}" type="presParOf" srcId="{FA5E739A-5E02-4AB7-A837-366B54C003D2}" destId="{BFC30413-E783-4FA8-ACE9-9E2B8F3F0E3B}" srcOrd="0" destOrd="0" presId="urn:microsoft.com/office/officeart/2005/8/layout/vProcess5"/>
    <dgm:cxn modelId="{9D22CC62-C3D2-4B6B-A771-3429FDFFB2E5}" type="presParOf" srcId="{FA5E739A-5E02-4AB7-A837-366B54C003D2}" destId="{261AE1D9-DFBD-46F3-986B-83EDA23068C9}" srcOrd="1" destOrd="0" presId="urn:microsoft.com/office/officeart/2005/8/layout/vProcess5"/>
    <dgm:cxn modelId="{8C63AD35-7445-4033-8C1B-9605DC083926}" type="presParOf" srcId="{FA5E739A-5E02-4AB7-A837-366B54C003D2}" destId="{D5B82422-E538-4C4B-9772-99841D940C1F}" srcOrd="2" destOrd="0" presId="urn:microsoft.com/office/officeart/2005/8/layout/vProcess5"/>
    <dgm:cxn modelId="{D1C14CF2-376F-4D6A-85A3-714C499216AE}" type="presParOf" srcId="{FA5E739A-5E02-4AB7-A837-366B54C003D2}" destId="{3B319A44-0BDD-4B0C-9464-E6934AF12777}" srcOrd="3" destOrd="0" presId="urn:microsoft.com/office/officeart/2005/8/layout/vProcess5"/>
    <dgm:cxn modelId="{BABCAFDC-AF72-4FEA-9527-69C2AFDD09D5}" type="presParOf" srcId="{FA5E739A-5E02-4AB7-A837-366B54C003D2}" destId="{82BDB79F-7C58-46FD-A23D-143EA7E5675F}" srcOrd="4" destOrd="0" presId="urn:microsoft.com/office/officeart/2005/8/layout/vProcess5"/>
    <dgm:cxn modelId="{41F6BE3D-1199-44E0-A1ED-130B622EFE70}" type="presParOf" srcId="{FA5E739A-5E02-4AB7-A837-366B54C003D2}" destId="{159F790D-1B8A-4BE3-88F5-BB71A37E8DAC}" srcOrd="5" destOrd="0" presId="urn:microsoft.com/office/officeart/2005/8/layout/vProcess5"/>
    <dgm:cxn modelId="{279AAE68-0166-4718-9D1C-AAC1206A281E}" type="presParOf" srcId="{FA5E739A-5E02-4AB7-A837-366B54C003D2}" destId="{8B090B90-166F-4440-9C1C-541C1EA9C987}" srcOrd="6" destOrd="0" presId="urn:microsoft.com/office/officeart/2005/8/layout/vProcess5"/>
    <dgm:cxn modelId="{6B3C0044-D36B-4D38-B94A-A9A9035E731D}" type="presParOf" srcId="{FA5E739A-5E02-4AB7-A837-366B54C003D2}" destId="{AA5278AE-E86F-44C5-B4F5-A6F50509A83A}" srcOrd="7" destOrd="0" presId="urn:microsoft.com/office/officeart/2005/8/layout/vProcess5"/>
    <dgm:cxn modelId="{E152A3DE-F167-474F-A015-6B79FBF1B37E}" type="presParOf" srcId="{FA5E739A-5E02-4AB7-A837-366B54C003D2}" destId="{333845AE-DB00-4C66-8737-A0D6710BFC4B}" srcOrd="8" destOrd="0" presId="urn:microsoft.com/office/officeart/2005/8/layout/vProcess5"/>
    <dgm:cxn modelId="{C5DDAAE4-292F-4223-ADEA-09036EEA750C}" type="presParOf" srcId="{FA5E739A-5E02-4AB7-A837-366B54C003D2}" destId="{5317C640-312A-43FA-9AB1-55EA21295585}" srcOrd="9" destOrd="0" presId="urn:microsoft.com/office/officeart/2005/8/layout/vProcess5"/>
    <dgm:cxn modelId="{F3D6A732-EA14-4C4D-AF7B-8034CBE58A51}" type="presParOf" srcId="{FA5E739A-5E02-4AB7-A837-366B54C003D2}" destId="{C8CCF22B-C321-4492-8123-465C24A6D4BE}" srcOrd="10" destOrd="0" presId="urn:microsoft.com/office/officeart/2005/8/layout/vProcess5"/>
    <dgm:cxn modelId="{12440884-4445-47AF-A27E-94EA7AA1308A}" type="presParOf" srcId="{FA5E739A-5E02-4AB7-A837-366B54C003D2}" destId="{9EB7F0B6-91D6-474E-A92C-10280F10157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899BB89-F28E-45F4-BDF9-E7F74DE7165E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7BA028C-989F-42CC-BDF5-D5862C64B49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Positivist research philosophy adopted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D0644E-3300-4A9C-85B7-A43D0A1909DF}" type="parTrans" cxnId="{B2F4F25D-532E-484A-8A46-009F40B7269E}">
      <dgm:prSet/>
      <dgm:spPr/>
      <dgm:t>
        <a:bodyPr/>
        <a:lstStyle/>
        <a:p>
          <a:endParaRPr lang="en-IN"/>
        </a:p>
      </dgm:t>
    </dgm:pt>
    <dgm:pt modelId="{44E1A92F-90A2-4669-9763-C5227FB5FF74}" type="sibTrans" cxnId="{B2F4F25D-532E-484A-8A46-009F40B7269E}">
      <dgm:prSet/>
      <dgm:spPr/>
      <dgm:t>
        <a:bodyPr/>
        <a:lstStyle/>
        <a:p>
          <a:endParaRPr lang="en-IN"/>
        </a:p>
      </dgm:t>
    </dgm:pt>
    <dgm:pt modelId="{8D11833B-9787-4DD4-AD12-C34CC4806A5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Quantitative research approach applied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8E50B3-266D-4C0F-BFC9-8C725BA04E7C}" type="parTrans" cxnId="{1D6EC5C9-6E8D-4849-985B-9E8ABC487F25}">
      <dgm:prSet/>
      <dgm:spPr/>
      <dgm:t>
        <a:bodyPr/>
        <a:lstStyle/>
        <a:p>
          <a:endParaRPr lang="en-IN"/>
        </a:p>
      </dgm:t>
    </dgm:pt>
    <dgm:pt modelId="{CC8D4F0C-ABCA-449E-A812-CA7479CE0B0A}" type="sibTrans" cxnId="{1D6EC5C9-6E8D-4849-985B-9E8ABC487F25}">
      <dgm:prSet/>
      <dgm:spPr/>
      <dgm:t>
        <a:bodyPr/>
        <a:lstStyle/>
        <a:p>
          <a:endParaRPr lang="en-IN"/>
        </a:p>
      </dgm:t>
    </dgm:pt>
    <dgm:pt modelId="{4EC10138-196B-4C08-9BD3-A340E55C60D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Focus on measurable relationships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0BF08-9A1D-4EA0-9721-D033436C98BE}" type="parTrans" cxnId="{90FDC82E-BA5E-467D-A398-0BC6B3D416B4}">
      <dgm:prSet/>
      <dgm:spPr/>
      <dgm:t>
        <a:bodyPr/>
        <a:lstStyle/>
        <a:p>
          <a:endParaRPr lang="en-IN"/>
        </a:p>
      </dgm:t>
    </dgm:pt>
    <dgm:pt modelId="{176DD305-B32D-41FE-B966-1585A8A9E00D}" type="sibTrans" cxnId="{90FDC82E-BA5E-467D-A398-0BC6B3D416B4}">
      <dgm:prSet/>
      <dgm:spPr/>
      <dgm:t>
        <a:bodyPr/>
        <a:lstStyle/>
        <a:p>
          <a:endParaRPr lang="en-IN"/>
        </a:p>
      </dgm:t>
    </dgm:pt>
    <dgm:pt modelId="{B6255A92-49FE-459C-A6ED-3D446E08143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Objective and replicable research design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DC0D18-9101-4EA1-811C-83DE46D5CBE2}" type="parTrans" cxnId="{8ABD2B12-BB35-4D46-9641-413AFC4FBD51}">
      <dgm:prSet/>
      <dgm:spPr/>
      <dgm:t>
        <a:bodyPr/>
        <a:lstStyle/>
        <a:p>
          <a:endParaRPr lang="en-IN"/>
        </a:p>
      </dgm:t>
    </dgm:pt>
    <dgm:pt modelId="{D2104CD6-69B3-4C60-B9E0-0FF5D3D99BC9}" type="sibTrans" cxnId="{8ABD2B12-BB35-4D46-9641-413AFC4FBD51}">
      <dgm:prSet/>
      <dgm:spPr/>
      <dgm:t>
        <a:bodyPr/>
        <a:lstStyle/>
        <a:p>
          <a:endParaRPr lang="en-IN"/>
        </a:p>
      </dgm:t>
    </dgm:pt>
    <dgm:pt modelId="{DCCB2B97-10A3-4374-9946-C4493B8C20E6}" type="pres">
      <dgm:prSet presAssocID="{8899BB89-F28E-45F4-BDF9-E7F74DE7165E}" presName="Name0" presStyleCnt="0">
        <dgm:presLayoutVars>
          <dgm:dir/>
          <dgm:animLvl val="lvl"/>
          <dgm:resizeHandles val="exact"/>
        </dgm:presLayoutVars>
      </dgm:prSet>
      <dgm:spPr/>
    </dgm:pt>
    <dgm:pt modelId="{F5324FF8-2076-4F80-BEA8-040CC8A35045}" type="pres">
      <dgm:prSet presAssocID="{B6255A92-49FE-459C-A6ED-3D446E08143F}" presName="boxAndChildren" presStyleCnt="0"/>
      <dgm:spPr/>
    </dgm:pt>
    <dgm:pt modelId="{F867699B-C10A-4C55-B7D9-A7397CA08D18}" type="pres">
      <dgm:prSet presAssocID="{B6255A92-49FE-459C-A6ED-3D446E08143F}" presName="parentTextBox" presStyleLbl="node1" presStyleIdx="0" presStyleCnt="4"/>
      <dgm:spPr/>
    </dgm:pt>
    <dgm:pt modelId="{5564DADF-C700-463C-BE62-4B8448D58B55}" type="pres">
      <dgm:prSet presAssocID="{176DD305-B32D-41FE-B966-1585A8A9E00D}" presName="sp" presStyleCnt="0"/>
      <dgm:spPr/>
    </dgm:pt>
    <dgm:pt modelId="{2D69E601-F324-417D-A035-A2822FD43E49}" type="pres">
      <dgm:prSet presAssocID="{4EC10138-196B-4C08-9BD3-A340E55C60D3}" presName="arrowAndChildren" presStyleCnt="0"/>
      <dgm:spPr/>
    </dgm:pt>
    <dgm:pt modelId="{FC9FFB50-C4CF-49B7-B81D-EE0F3B1331CE}" type="pres">
      <dgm:prSet presAssocID="{4EC10138-196B-4C08-9BD3-A340E55C60D3}" presName="parentTextArrow" presStyleLbl="node1" presStyleIdx="1" presStyleCnt="4"/>
      <dgm:spPr/>
    </dgm:pt>
    <dgm:pt modelId="{F51AE1E0-8A79-4BC4-A574-1DEA64BC9B9E}" type="pres">
      <dgm:prSet presAssocID="{CC8D4F0C-ABCA-449E-A812-CA7479CE0B0A}" presName="sp" presStyleCnt="0"/>
      <dgm:spPr/>
    </dgm:pt>
    <dgm:pt modelId="{3B5926A6-B0E5-4A15-AEAF-7226C1F685C0}" type="pres">
      <dgm:prSet presAssocID="{8D11833B-9787-4DD4-AD12-C34CC4806A56}" presName="arrowAndChildren" presStyleCnt="0"/>
      <dgm:spPr/>
    </dgm:pt>
    <dgm:pt modelId="{17201A76-2319-40D9-9AA8-7A2F5D8A15C1}" type="pres">
      <dgm:prSet presAssocID="{8D11833B-9787-4DD4-AD12-C34CC4806A56}" presName="parentTextArrow" presStyleLbl="node1" presStyleIdx="2" presStyleCnt="4"/>
      <dgm:spPr/>
    </dgm:pt>
    <dgm:pt modelId="{4A933D36-CC9A-4A9D-AFF4-964CC30381D1}" type="pres">
      <dgm:prSet presAssocID="{44E1A92F-90A2-4669-9763-C5227FB5FF74}" presName="sp" presStyleCnt="0"/>
      <dgm:spPr/>
    </dgm:pt>
    <dgm:pt modelId="{920F34E2-09AB-415B-AE5E-8DA9A14924AA}" type="pres">
      <dgm:prSet presAssocID="{47BA028C-989F-42CC-BDF5-D5862C64B49C}" presName="arrowAndChildren" presStyleCnt="0"/>
      <dgm:spPr/>
    </dgm:pt>
    <dgm:pt modelId="{B97B0AA2-EC90-451E-A2AF-364960F296DA}" type="pres">
      <dgm:prSet presAssocID="{47BA028C-989F-42CC-BDF5-D5862C64B49C}" presName="parentTextArrow" presStyleLbl="node1" presStyleIdx="3" presStyleCnt="4"/>
      <dgm:spPr/>
    </dgm:pt>
  </dgm:ptLst>
  <dgm:cxnLst>
    <dgm:cxn modelId="{8ABD2B12-BB35-4D46-9641-413AFC4FBD51}" srcId="{8899BB89-F28E-45F4-BDF9-E7F74DE7165E}" destId="{B6255A92-49FE-459C-A6ED-3D446E08143F}" srcOrd="3" destOrd="0" parTransId="{36DC0D18-9101-4EA1-811C-83DE46D5CBE2}" sibTransId="{D2104CD6-69B3-4C60-B9E0-0FF5D3D99BC9}"/>
    <dgm:cxn modelId="{90FDC82E-BA5E-467D-A398-0BC6B3D416B4}" srcId="{8899BB89-F28E-45F4-BDF9-E7F74DE7165E}" destId="{4EC10138-196B-4C08-9BD3-A340E55C60D3}" srcOrd="2" destOrd="0" parTransId="{4820BF08-9A1D-4EA0-9721-D033436C98BE}" sibTransId="{176DD305-B32D-41FE-B966-1585A8A9E00D}"/>
    <dgm:cxn modelId="{B2F4F25D-532E-484A-8A46-009F40B7269E}" srcId="{8899BB89-F28E-45F4-BDF9-E7F74DE7165E}" destId="{47BA028C-989F-42CC-BDF5-D5862C64B49C}" srcOrd="0" destOrd="0" parTransId="{ACD0644E-3300-4A9C-85B7-A43D0A1909DF}" sibTransId="{44E1A92F-90A2-4669-9763-C5227FB5FF74}"/>
    <dgm:cxn modelId="{50F9C896-D029-4477-9013-85E10B8D8E85}" type="presOf" srcId="{B6255A92-49FE-459C-A6ED-3D446E08143F}" destId="{F867699B-C10A-4C55-B7D9-A7397CA08D18}" srcOrd="0" destOrd="0" presId="urn:microsoft.com/office/officeart/2005/8/layout/process4"/>
    <dgm:cxn modelId="{E63606A3-F296-4CA5-B671-647BFFB6902E}" type="presOf" srcId="{8899BB89-F28E-45F4-BDF9-E7F74DE7165E}" destId="{DCCB2B97-10A3-4374-9946-C4493B8C20E6}" srcOrd="0" destOrd="0" presId="urn:microsoft.com/office/officeart/2005/8/layout/process4"/>
    <dgm:cxn modelId="{488575B1-FD68-4A8D-A000-75E163A2AA4B}" type="presOf" srcId="{4EC10138-196B-4C08-9BD3-A340E55C60D3}" destId="{FC9FFB50-C4CF-49B7-B81D-EE0F3B1331CE}" srcOrd="0" destOrd="0" presId="urn:microsoft.com/office/officeart/2005/8/layout/process4"/>
    <dgm:cxn modelId="{F64137C5-3BD4-4488-8D02-CDD3A246DA77}" type="presOf" srcId="{8D11833B-9787-4DD4-AD12-C34CC4806A56}" destId="{17201A76-2319-40D9-9AA8-7A2F5D8A15C1}" srcOrd="0" destOrd="0" presId="urn:microsoft.com/office/officeart/2005/8/layout/process4"/>
    <dgm:cxn modelId="{1D6EC5C9-6E8D-4849-985B-9E8ABC487F25}" srcId="{8899BB89-F28E-45F4-BDF9-E7F74DE7165E}" destId="{8D11833B-9787-4DD4-AD12-C34CC4806A56}" srcOrd="1" destOrd="0" parTransId="{D78E50B3-266D-4C0F-BFC9-8C725BA04E7C}" sibTransId="{CC8D4F0C-ABCA-449E-A812-CA7479CE0B0A}"/>
    <dgm:cxn modelId="{1242ABF8-75E4-4986-AA83-7873CE1B69D3}" type="presOf" srcId="{47BA028C-989F-42CC-BDF5-D5862C64B49C}" destId="{B97B0AA2-EC90-451E-A2AF-364960F296DA}" srcOrd="0" destOrd="0" presId="urn:microsoft.com/office/officeart/2005/8/layout/process4"/>
    <dgm:cxn modelId="{FDC34AD0-C172-4317-B848-7B7AA9E980D8}" type="presParOf" srcId="{DCCB2B97-10A3-4374-9946-C4493B8C20E6}" destId="{F5324FF8-2076-4F80-BEA8-040CC8A35045}" srcOrd="0" destOrd="0" presId="urn:microsoft.com/office/officeart/2005/8/layout/process4"/>
    <dgm:cxn modelId="{07772E30-3C73-4640-83C2-5F104411FE4E}" type="presParOf" srcId="{F5324FF8-2076-4F80-BEA8-040CC8A35045}" destId="{F867699B-C10A-4C55-B7D9-A7397CA08D18}" srcOrd="0" destOrd="0" presId="urn:microsoft.com/office/officeart/2005/8/layout/process4"/>
    <dgm:cxn modelId="{6453A01A-AB10-4079-9195-33AF2F601C2D}" type="presParOf" srcId="{DCCB2B97-10A3-4374-9946-C4493B8C20E6}" destId="{5564DADF-C700-463C-BE62-4B8448D58B55}" srcOrd="1" destOrd="0" presId="urn:microsoft.com/office/officeart/2005/8/layout/process4"/>
    <dgm:cxn modelId="{5CCA85E8-D33D-429A-8BE8-A931630EF1B8}" type="presParOf" srcId="{DCCB2B97-10A3-4374-9946-C4493B8C20E6}" destId="{2D69E601-F324-417D-A035-A2822FD43E49}" srcOrd="2" destOrd="0" presId="urn:microsoft.com/office/officeart/2005/8/layout/process4"/>
    <dgm:cxn modelId="{54027036-D254-4576-949B-1115DB80F33B}" type="presParOf" srcId="{2D69E601-F324-417D-A035-A2822FD43E49}" destId="{FC9FFB50-C4CF-49B7-B81D-EE0F3B1331CE}" srcOrd="0" destOrd="0" presId="urn:microsoft.com/office/officeart/2005/8/layout/process4"/>
    <dgm:cxn modelId="{0EED64E9-D1EF-48F4-8B21-C25B66A432A6}" type="presParOf" srcId="{DCCB2B97-10A3-4374-9946-C4493B8C20E6}" destId="{F51AE1E0-8A79-4BC4-A574-1DEA64BC9B9E}" srcOrd="3" destOrd="0" presId="urn:microsoft.com/office/officeart/2005/8/layout/process4"/>
    <dgm:cxn modelId="{1F5F8F81-1441-40BA-B0B8-7ABA6CFA9229}" type="presParOf" srcId="{DCCB2B97-10A3-4374-9946-C4493B8C20E6}" destId="{3B5926A6-B0E5-4A15-AEAF-7226C1F685C0}" srcOrd="4" destOrd="0" presId="urn:microsoft.com/office/officeart/2005/8/layout/process4"/>
    <dgm:cxn modelId="{BB61408D-1692-4DEB-96C2-F12AEC5025A9}" type="presParOf" srcId="{3B5926A6-B0E5-4A15-AEAF-7226C1F685C0}" destId="{17201A76-2319-40D9-9AA8-7A2F5D8A15C1}" srcOrd="0" destOrd="0" presId="urn:microsoft.com/office/officeart/2005/8/layout/process4"/>
    <dgm:cxn modelId="{7022039C-C542-4319-8283-73309087F17E}" type="presParOf" srcId="{DCCB2B97-10A3-4374-9946-C4493B8C20E6}" destId="{4A933D36-CC9A-4A9D-AFF4-964CC30381D1}" srcOrd="5" destOrd="0" presId="urn:microsoft.com/office/officeart/2005/8/layout/process4"/>
    <dgm:cxn modelId="{40E8AB28-17FD-4068-8481-B6D72C164930}" type="presParOf" srcId="{DCCB2B97-10A3-4374-9946-C4493B8C20E6}" destId="{920F34E2-09AB-415B-AE5E-8DA9A14924AA}" srcOrd="6" destOrd="0" presId="urn:microsoft.com/office/officeart/2005/8/layout/process4"/>
    <dgm:cxn modelId="{E7A4EF8D-3BF4-4039-AB9E-641EE2E4089A}" type="presParOf" srcId="{920F34E2-09AB-415B-AE5E-8DA9A14924AA}" destId="{B97B0AA2-EC90-451E-A2AF-364960F296D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48EDF15-5EF6-40D6-BCF4-25D6921C2BEC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67DCBBFE-9F63-43C2-A813-3B7B1D1764FE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Survey-based research design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5EA8DB-6BA7-4539-AC3C-961ACF9E9C41}" type="parTrans" cxnId="{83CA4700-0856-4C9B-ADEB-D422B987C047}">
      <dgm:prSet/>
      <dgm:spPr/>
      <dgm:t>
        <a:bodyPr/>
        <a:lstStyle/>
        <a:p>
          <a:endParaRPr lang="en-IN"/>
        </a:p>
      </dgm:t>
    </dgm:pt>
    <dgm:pt modelId="{CC654A71-7A91-4F0C-982A-3E1AC67B8AB6}" type="sibTrans" cxnId="{83CA4700-0856-4C9B-ADEB-D422B987C047}">
      <dgm:prSet/>
      <dgm:spPr/>
      <dgm:t>
        <a:bodyPr/>
        <a:lstStyle/>
        <a:p>
          <a:endParaRPr lang="en-IN"/>
        </a:p>
      </dgm:t>
    </dgm:pt>
    <dgm:pt modelId="{7B65663E-ACBF-4702-9338-90E9B7E874F3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Structured questionnaire using Likert scales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C41525-0A50-4099-A5A3-E22331A5362B}" type="parTrans" cxnId="{6244AA32-8F16-4050-9385-D6C3F29E9907}">
      <dgm:prSet/>
      <dgm:spPr/>
      <dgm:t>
        <a:bodyPr/>
        <a:lstStyle/>
        <a:p>
          <a:endParaRPr lang="en-IN"/>
        </a:p>
      </dgm:t>
    </dgm:pt>
    <dgm:pt modelId="{0F8C9AE4-C03A-4C92-80DB-407D3E912DD3}" type="sibTrans" cxnId="{6244AA32-8F16-4050-9385-D6C3F29E9907}">
      <dgm:prSet/>
      <dgm:spPr/>
      <dgm:t>
        <a:bodyPr/>
        <a:lstStyle/>
        <a:p>
          <a:endParaRPr lang="en-IN"/>
        </a:p>
      </dgm:t>
    </dgm:pt>
    <dgm:pt modelId="{271A235C-E9E9-4BDF-B5F5-F98834AA1463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Target construction and real estate professionals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161106-B604-4361-A8FD-615C6188F192}" type="parTrans" cxnId="{9041C41F-E7A6-49F3-9EA8-C65106760B81}">
      <dgm:prSet/>
      <dgm:spPr/>
      <dgm:t>
        <a:bodyPr/>
        <a:lstStyle/>
        <a:p>
          <a:endParaRPr lang="en-IN"/>
        </a:p>
      </dgm:t>
    </dgm:pt>
    <dgm:pt modelId="{E8286513-CB2C-441E-B8D5-7E0547FB1587}" type="sibTrans" cxnId="{9041C41F-E7A6-49F3-9EA8-C65106760B81}">
      <dgm:prSet/>
      <dgm:spPr/>
      <dgm:t>
        <a:bodyPr/>
        <a:lstStyle/>
        <a:p>
          <a:endParaRPr lang="en-IN"/>
        </a:p>
      </dgm:t>
    </dgm:pt>
    <dgm:pt modelId="{3B06BA5B-2ED6-4A66-AF7B-2721615B2BEC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Purposive sampling strategy applied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ABE4D3-0002-4062-99F4-CAF8990453B0}" type="parTrans" cxnId="{8EEAC5B0-543C-4B33-AD89-B0FE378BDDD0}">
      <dgm:prSet/>
      <dgm:spPr/>
      <dgm:t>
        <a:bodyPr/>
        <a:lstStyle/>
        <a:p>
          <a:endParaRPr lang="en-IN"/>
        </a:p>
      </dgm:t>
    </dgm:pt>
    <dgm:pt modelId="{91AA8160-771D-4875-95ED-9D1D89F702A4}" type="sibTrans" cxnId="{8EEAC5B0-543C-4B33-AD89-B0FE378BDDD0}">
      <dgm:prSet/>
      <dgm:spPr/>
      <dgm:t>
        <a:bodyPr/>
        <a:lstStyle/>
        <a:p>
          <a:endParaRPr lang="en-IN"/>
        </a:p>
      </dgm:t>
    </dgm:pt>
    <dgm:pt modelId="{BBA2C5CB-5F34-418C-8022-78845F760808}">
      <dgm:prSet custT="1"/>
      <dgm:spPr/>
      <dgm:t>
        <a:bodyPr/>
        <a:lstStyle/>
        <a:p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296AE0-6853-4546-9AEA-25C2F46A96C1}" type="parTrans" cxnId="{61CDCB33-516C-4DB6-BA21-59F1237BAF60}">
      <dgm:prSet/>
      <dgm:spPr/>
      <dgm:t>
        <a:bodyPr/>
        <a:lstStyle/>
        <a:p>
          <a:endParaRPr lang="en-IN"/>
        </a:p>
      </dgm:t>
    </dgm:pt>
    <dgm:pt modelId="{7DD42D3D-41E9-4FDD-A771-F9D2A7414746}" type="sibTrans" cxnId="{61CDCB33-516C-4DB6-BA21-59F1237BAF60}">
      <dgm:prSet/>
      <dgm:spPr/>
      <dgm:t>
        <a:bodyPr/>
        <a:lstStyle/>
        <a:p>
          <a:endParaRPr lang="en-IN"/>
        </a:p>
      </dgm:t>
    </dgm:pt>
    <dgm:pt modelId="{72B42939-D441-42E8-AFAD-7A06B467BA7E}" type="pres">
      <dgm:prSet presAssocID="{D48EDF15-5EF6-40D6-BCF4-25D6921C2BEC}" presName="Name0" presStyleCnt="0">
        <dgm:presLayoutVars>
          <dgm:chMax val="7"/>
          <dgm:chPref val="5"/>
        </dgm:presLayoutVars>
      </dgm:prSet>
      <dgm:spPr/>
    </dgm:pt>
    <dgm:pt modelId="{0080DB38-288B-4B03-BFA3-165944438878}" type="pres">
      <dgm:prSet presAssocID="{D48EDF15-5EF6-40D6-BCF4-25D6921C2BEC}" presName="arrowNode" presStyleLbl="node1" presStyleIdx="0" presStyleCnt="1"/>
      <dgm:spPr/>
    </dgm:pt>
    <dgm:pt modelId="{2D2EC09F-7851-4F5D-8333-FCD6A382C410}" type="pres">
      <dgm:prSet presAssocID="{67DCBBFE-9F63-43C2-A813-3B7B1D1764FE}" presName="txNode1" presStyleLbl="revTx" presStyleIdx="0" presStyleCnt="5">
        <dgm:presLayoutVars>
          <dgm:bulletEnabled val="1"/>
        </dgm:presLayoutVars>
      </dgm:prSet>
      <dgm:spPr/>
    </dgm:pt>
    <dgm:pt modelId="{CB397EB8-4AD5-4425-B9A2-6EA94639B748}" type="pres">
      <dgm:prSet presAssocID="{7B65663E-ACBF-4702-9338-90E9B7E874F3}" presName="txNode2" presStyleLbl="revTx" presStyleIdx="1" presStyleCnt="5">
        <dgm:presLayoutVars>
          <dgm:bulletEnabled val="1"/>
        </dgm:presLayoutVars>
      </dgm:prSet>
      <dgm:spPr/>
    </dgm:pt>
    <dgm:pt modelId="{BBC2884E-FCE9-4BDD-9328-6903C405C40D}" type="pres">
      <dgm:prSet presAssocID="{0F8C9AE4-C03A-4C92-80DB-407D3E912DD3}" presName="dotNode2" presStyleCnt="0"/>
      <dgm:spPr/>
    </dgm:pt>
    <dgm:pt modelId="{12F2E1CE-96A5-45D1-9409-23B6AC0A1D67}" type="pres">
      <dgm:prSet presAssocID="{0F8C9AE4-C03A-4C92-80DB-407D3E912DD3}" presName="dotRepeatNode" presStyleLbl="fgShp" presStyleIdx="0" presStyleCnt="3"/>
      <dgm:spPr/>
    </dgm:pt>
    <dgm:pt modelId="{7B7AF93C-05A8-426D-BC86-CFAB15C3F669}" type="pres">
      <dgm:prSet presAssocID="{271A235C-E9E9-4BDF-B5F5-F98834AA1463}" presName="txNode3" presStyleLbl="revTx" presStyleIdx="2" presStyleCnt="5">
        <dgm:presLayoutVars>
          <dgm:bulletEnabled val="1"/>
        </dgm:presLayoutVars>
      </dgm:prSet>
      <dgm:spPr/>
    </dgm:pt>
    <dgm:pt modelId="{A3BDD95C-FEDF-45E8-B105-4C8C4D1A3A32}" type="pres">
      <dgm:prSet presAssocID="{E8286513-CB2C-441E-B8D5-7E0547FB1587}" presName="dotNode3" presStyleCnt="0"/>
      <dgm:spPr/>
    </dgm:pt>
    <dgm:pt modelId="{0865DCA4-21A5-4ABC-8E1E-5A363AB4B73F}" type="pres">
      <dgm:prSet presAssocID="{E8286513-CB2C-441E-B8D5-7E0547FB1587}" presName="dotRepeatNode" presStyleLbl="fgShp" presStyleIdx="1" presStyleCnt="3"/>
      <dgm:spPr/>
    </dgm:pt>
    <dgm:pt modelId="{B595046C-6180-46EE-A5E8-8AE957344CE8}" type="pres">
      <dgm:prSet presAssocID="{3B06BA5B-2ED6-4A66-AF7B-2721615B2BEC}" presName="txNode4" presStyleLbl="revTx" presStyleIdx="3" presStyleCnt="5">
        <dgm:presLayoutVars>
          <dgm:bulletEnabled val="1"/>
        </dgm:presLayoutVars>
      </dgm:prSet>
      <dgm:spPr/>
    </dgm:pt>
    <dgm:pt modelId="{653B901D-DD1F-4911-93E8-B68B04F67B14}" type="pres">
      <dgm:prSet presAssocID="{91AA8160-771D-4875-95ED-9D1D89F702A4}" presName="dotNode4" presStyleCnt="0"/>
      <dgm:spPr/>
    </dgm:pt>
    <dgm:pt modelId="{4E0214A0-6DC7-48CE-A836-1FD48DBB832B}" type="pres">
      <dgm:prSet presAssocID="{91AA8160-771D-4875-95ED-9D1D89F702A4}" presName="dotRepeatNode" presStyleLbl="fgShp" presStyleIdx="2" presStyleCnt="3"/>
      <dgm:spPr/>
    </dgm:pt>
    <dgm:pt modelId="{14F3FF96-2BA5-47BA-B943-A678D6448A89}" type="pres">
      <dgm:prSet presAssocID="{BBA2C5CB-5F34-418C-8022-78845F760808}" presName="txNode5" presStyleLbl="revTx" presStyleIdx="4" presStyleCnt="5">
        <dgm:presLayoutVars>
          <dgm:bulletEnabled val="1"/>
        </dgm:presLayoutVars>
      </dgm:prSet>
      <dgm:spPr/>
    </dgm:pt>
  </dgm:ptLst>
  <dgm:cxnLst>
    <dgm:cxn modelId="{83CA4700-0856-4C9B-ADEB-D422B987C047}" srcId="{D48EDF15-5EF6-40D6-BCF4-25D6921C2BEC}" destId="{67DCBBFE-9F63-43C2-A813-3B7B1D1764FE}" srcOrd="0" destOrd="0" parTransId="{B55EA8DB-6BA7-4539-AC3C-961ACF9E9C41}" sibTransId="{CC654A71-7A91-4F0C-982A-3E1AC67B8AB6}"/>
    <dgm:cxn modelId="{73E81E1C-E2D3-4A34-BB7E-6E30F8ADF9D1}" type="presOf" srcId="{0F8C9AE4-C03A-4C92-80DB-407D3E912DD3}" destId="{12F2E1CE-96A5-45D1-9409-23B6AC0A1D67}" srcOrd="0" destOrd="0" presId="urn:microsoft.com/office/officeart/2009/3/layout/DescendingProcess"/>
    <dgm:cxn modelId="{9041C41F-E7A6-49F3-9EA8-C65106760B81}" srcId="{D48EDF15-5EF6-40D6-BCF4-25D6921C2BEC}" destId="{271A235C-E9E9-4BDF-B5F5-F98834AA1463}" srcOrd="2" destOrd="0" parTransId="{F4161106-B604-4361-A8FD-615C6188F192}" sibTransId="{E8286513-CB2C-441E-B8D5-7E0547FB1587}"/>
    <dgm:cxn modelId="{6244AA32-8F16-4050-9385-D6C3F29E9907}" srcId="{D48EDF15-5EF6-40D6-BCF4-25D6921C2BEC}" destId="{7B65663E-ACBF-4702-9338-90E9B7E874F3}" srcOrd="1" destOrd="0" parTransId="{79C41525-0A50-4099-A5A3-E22331A5362B}" sibTransId="{0F8C9AE4-C03A-4C92-80DB-407D3E912DD3}"/>
    <dgm:cxn modelId="{61CDCB33-516C-4DB6-BA21-59F1237BAF60}" srcId="{D48EDF15-5EF6-40D6-BCF4-25D6921C2BEC}" destId="{BBA2C5CB-5F34-418C-8022-78845F760808}" srcOrd="4" destOrd="0" parTransId="{51296AE0-6853-4546-9AEA-25C2F46A96C1}" sibTransId="{7DD42D3D-41E9-4FDD-A771-F9D2A7414746}"/>
    <dgm:cxn modelId="{5E204841-65E8-48B2-89A6-B9B527A643A3}" type="presOf" srcId="{3B06BA5B-2ED6-4A66-AF7B-2721615B2BEC}" destId="{B595046C-6180-46EE-A5E8-8AE957344CE8}" srcOrd="0" destOrd="0" presId="urn:microsoft.com/office/officeart/2009/3/layout/DescendingProcess"/>
    <dgm:cxn modelId="{F525C146-D6B4-42CE-B6DC-46C45EC96380}" type="presOf" srcId="{67DCBBFE-9F63-43C2-A813-3B7B1D1764FE}" destId="{2D2EC09F-7851-4F5D-8333-FCD6A382C410}" srcOrd="0" destOrd="0" presId="urn:microsoft.com/office/officeart/2009/3/layout/DescendingProcess"/>
    <dgm:cxn modelId="{D94EC34B-0058-49A9-8AC2-9BD892CA55B2}" type="presOf" srcId="{271A235C-E9E9-4BDF-B5F5-F98834AA1463}" destId="{7B7AF93C-05A8-426D-BC86-CFAB15C3F669}" srcOrd="0" destOrd="0" presId="urn:microsoft.com/office/officeart/2009/3/layout/DescendingProcess"/>
    <dgm:cxn modelId="{D948A95D-C00B-48BE-81F2-C15B4170401D}" type="presOf" srcId="{91AA8160-771D-4875-95ED-9D1D89F702A4}" destId="{4E0214A0-6DC7-48CE-A836-1FD48DBB832B}" srcOrd="0" destOrd="0" presId="urn:microsoft.com/office/officeart/2009/3/layout/DescendingProcess"/>
    <dgm:cxn modelId="{46466069-CA0B-4A64-93ED-3310D9B8947A}" type="presOf" srcId="{BBA2C5CB-5F34-418C-8022-78845F760808}" destId="{14F3FF96-2BA5-47BA-B943-A678D6448A89}" srcOrd="0" destOrd="0" presId="urn:microsoft.com/office/officeart/2009/3/layout/DescendingProcess"/>
    <dgm:cxn modelId="{8EEAC5B0-543C-4B33-AD89-B0FE378BDDD0}" srcId="{D48EDF15-5EF6-40D6-BCF4-25D6921C2BEC}" destId="{3B06BA5B-2ED6-4A66-AF7B-2721615B2BEC}" srcOrd="3" destOrd="0" parTransId="{CAABE4D3-0002-4062-99F4-CAF8990453B0}" sibTransId="{91AA8160-771D-4875-95ED-9D1D89F702A4}"/>
    <dgm:cxn modelId="{3E14DEC1-FEDC-4814-9A58-D174DC9651C7}" type="presOf" srcId="{7B65663E-ACBF-4702-9338-90E9B7E874F3}" destId="{CB397EB8-4AD5-4425-B9A2-6EA94639B748}" srcOrd="0" destOrd="0" presId="urn:microsoft.com/office/officeart/2009/3/layout/DescendingProcess"/>
    <dgm:cxn modelId="{9B168BCA-96EE-4A05-B893-17293D7BF429}" type="presOf" srcId="{E8286513-CB2C-441E-B8D5-7E0547FB1587}" destId="{0865DCA4-21A5-4ABC-8E1E-5A363AB4B73F}" srcOrd="0" destOrd="0" presId="urn:microsoft.com/office/officeart/2009/3/layout/DescendingProcess"/>
    <dgm:cxn modelId="{C761DCCE-5E42-4952-BA22-22FEE1E8EC1E}" type="presOf" srcId="{D48EDF15-5EF6-40D6-BCF4-25D6921C2BEC}" destId="{72B42939-D441-42E8-AFAD-7A06B467BA7E}" srcOrd="0" destOrd="0" presId="urn:microsoft.com/office/officeart/2009/3/layout/DescendingProcess"/>
    <dgm:cxn modelId="{1B6516F4-AAA7-4C5C-B77D-BF35D3E5FA3F}" type="presParOf" srcId="{72B42939-D441-42E8-AFAD-7A06B467BA7E}" destId="{0080DB38-288B-4B03-BFA3-165944438878}" srcOrd="0" destOrd="0" presId="urn:microsoft.com/office/officeart/2009/3/layout/DescendingProcess"/>
    <dgm:cxn modelId="{81D540E5-34E5-4C14-8023-0E579474706E}" type="presParOf" srcId="{72B42939-D441-42E8-AFAD-7A06B467BA7E}" destId="{2D2EC09F-7851-4F5D-8333-FCD6A382C410}" srcOrd="1" destOrd="0" presId="urn:microsoft.com/office/officeart/2009/3/layout/DescendingProcess"/>
    <dgm:cxn modelId="{DF92E815-9D07-41B2-9557-E4B32DFEC5F9}" type="presParOf" srcId="{72B42939-D441-42E8-AFAD-7A06B467BA7E}" destId="{CB397EB8-4AD5-4425-B9A2-6EA94639B748}" srcOrd="2" destOrd="0" presId="urn:microsoft.com/office/officeart/2009/3/layout/DescendingProcess"/>
    <dgm:cxn modelId="{4E49A67D-FDC5-4489-899B-1FF778BCAF67}" type="presParOf" srcId="{72B42939-D441-42E8-AFAD-7A06B467BA7E}" destId="{BBC2884E-FCE9-4BDD-9328-6903C405C40D}" srcOrd="3" destOrd="0" presId="urn:microsoft.com/office/officeart/2009/3/layout/DescendingProcess"/>
    <dgm:cxn modelId="{0AC25C68-DDEF-4C88-9BB5-BF4B30EB4F9C}" type="presParOf" srcId="{BBC2884E-FCE9-4BDD-9328-6903C405C40D}" destId="{12F2E1CE-96A5-45D1-9409-23B6AC0A1D67}" srcOrd="0" destOrd="0" presId="urn:microsoft.com/office/officeart/2009/3/layout/DescendingProcess"/>
    <dgm:cxn modelId="{19B47467-B020-4635-9F3D-FC147FE4E8CE}" type="presParOf" srcId="{72B42939-D441-42E8-AFAD-7A06B467BA7E}" destId="{7B7AF93C-05A8-426D-BC86-CFAB15C3F669}" srcOrd="4" destOrd="0" presId="urn:microsoft.com/office/officeart/2009/3/layout/DescendingProcess"/>
    <dgm:cxn modelId="{1D0588F3-7D4C-4BC6-AB26-B3C1D2F16722}" type="presParOf" srcId="{72B42939-D441-42E8-AFAD-7A06B467BA7E}" destId="{A3BDD95C-FEDF-45E8-B105-4C8C4D1A3A32}" srcOrd="5" destOrd="0" presId="urn:microsoft.com/office/officeart/2009/3/layout/DescendingProcess"/>
    <dgm:cxn modelId="{633E752C-C12B-4E1B-A63F-6C3190CE63B3}" type="presParOf" srcId="{A3BDD95C-FEDF-45E8-B105-4C8C4D1A3A32}" destId="{0865DCA4-21A5-4ABC-8E1E-5A363AB4B73F}" srcOrd="0" destOrd="0" presId="urn:microsoft.com/office/officeart/2009/3/layout/DescendingProcess"/>
    <dgm:cxn modelId="{698D4501-8B28-4F91-BBDD-DC86772FFF89}" type="presParOf" srcId="{72B42939-D441-42E8-AFAD-7A06B467BA7E}" destId="{B595046C-6180-46EE-A5E8-8AE957344CE8}" srcOrd="6" destOrd="0" presId="urn:microsoft.com/office/officeart/2009/3/layout/DescendingProcess"/>
    <dgm:cxn modelId="{4A3C70FE-E289-45A5-A7DC-C87AF7279B5C}" type="presParOf" srcId="{72B42939-D441-42E8-AFAD-7A06B467BA7E}" destId="{653B901D-DD1F-4911-93E8-B68B04F67B14}" srcOrd="7" destOrd="0" presId="urn:microsoft.com/office/officeart/2009/3/layout/DescendingProcess"/>
    <dgm:cxn modelId="{5DAD42F6-F02C-4E44-8747-5E3EB7A00EC3}" type="presParOf" srcId="{653B901D-DD1F-4911-93E8-B68B04F67B14}" destId="{4E0214A0-6DC7-48CE-A836-1FD48DBB832B}" srcOrd="0" destOrd="0" presId="urn:microsoft.com/office/officeart/2009/3/layout/DescendingProcess"/>
    <dgm:cxn modelId="{AF7F63CE-E1B7-4CB3-9BD6-0402FA0FFB49}" type="presParOf" srcId="{72B42939-D441-42E8-AFAD-7A06B467BA7E}" destId="{14F3FF96-2BA5-47BA-B943-A678D6448A89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7CF41A0-E014-4DEA-A644-CBC75F7DC797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BBFEB2F3-62DA-47A6-9746-D6BC15796A01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Data analyzed using SPSS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087257-6BB7-4DD8-A4ED-68D74CFBF56C}" type="parTrans" cxnId="{B0F26B10-5C27-4720-9143-709EE69F9243}">
      <dgm:prSet/>
      <dgm:spPr/>
      <dgm:t>
        <a:bodyPr/>
        <a:lstStyle/>
        <a:p>
          <a:endParaRPr lang="en-IN"/>
        </a:p>
      </dgm:t>
    </dgm:pt>
    <dgm:pt modelId="{37D1E83D-FFF3-43CD-B468-F9779A4EB6AA}" type="sibTrans" cxnId="{B0F26B10-5C27-4720-9143-709EE69F9243}">
      <dgm:prSet/>
      <dgm:spPr/>
      <dgm:t>
        <a:bodyPr/>
        <a:lstStyle/>
        <a:p>
          <a:endParaRPr lang="en-IN"/>
        </a:p>
      </dgm:t>
    </dgm:pt>
    <dgm:pt modelId="{DB5CE34F-C398-42C4-9AA2-3B3FD3F57E49}">
      <dgm:prSet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Descriptive statistics summarise responses</a:t>
          </a:r>
          <a:endParaRPr lang="en-IN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E13E86-2DB4-4C03-8B6A-0CAA9F0DC9B7}" type="parTrans" cxnId="{E6581866-00D3-4A7C-9D95-7199EEC54F24}">
      <dgm:prSet/>
      <dgm:spPr/>
      <dgm:t>
        <a:bodyPr/>
        <a:lstStyle/>
        <a:p>
          <a:endParaRPr lang="en-IN"/>
        </a:p>
      </dgm:t>
    </dgm:pt>
    <dgm:pt modelId="{5B56D323-B52E-43FD-B7A6-78A15E00CE1F}" type="sibTrans" cxnId="{E6581866-00D3-4A7C-9D95-7199EEC54F24}">
      <dgm:prSet/>
      <dgm:spPr/>
      <dgm:t>
        <a:bodyPr/>
        <a:lstStyle/>
        <a:p>
          <a:endParaRPr lang="en-IN"/>
        </a:p>
      </dgm:t>
    </dgm:pt>
    <dgm:pt modelId="{740C1E79-7CAD-4D42-A821-E87F7C71A641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 tests dashboard-estimation relationship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E09F29-1A76-4B17-8EDE-48149542CCCC}" type="parTrans" cxnId="{45E10A88-84C9-4EB6-85E0-40AF08CF2EB7}">
      <dgm:prSet/>
      <dgm:spPr/>
      <dgm:t>
        <a:bodyPr/>
        <a:lstStyle/>
        <a:p>
          <a:endParaRPr lang="en-IN"/>
        </a:p>
      </dgm:t>
    </dgm:pt>
    <dgm:pt modelId="{B664967C-0573-4917-823D-5025D970016D}" type="sibTrans" cxnId="{45E10A88-84C9-4EB6-85E0-40AF08CF2EB7}">
      <dgm:prSet/>
      <dgm:spPr/>
      <dgm:t>
        <a:bodyPr/>
        <a:lstStyle/>
        <a:p>
          <a:endParaRPr lang="en-IN"/>
        </a:p>
      </dgm:t>
    </dgm:pt>
    <dgm:pt modelId="{C4D733F8-F929-4843-A894-F0228685D415}">
      <dgm:prSet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Findings presented in aggregated form</a:t>
          </a:r>
          <a:endParaRPr lang="en-IN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C8294A-FEE8-4BBE-8EF3-40F5DDAE1DE0}" type="parTrans" cxnId="{9EEBFC74-A604-484A-B595-FEE7C0E2354D}">
      <dgm:prSet/>
      <dgm:spPr/>
      <dgm:t>
        <a:bodyPr/>
        <a:lstStyle/>
        <a:p>
          <a:endParaRPr lang="en-IN"/>
        </a:p>
      </dgm:t>
    </dgm:pt>
    <dgm:pt modelId="{AC9E596F-8F5A-463D-95D7-66DD8FD801CB}" type="sibTrans" cxnId="{9EEBFC74-A604-484A-B595-FEE7C0E2354D}">
      <dgm:prSet/>
      <dgm:spPr/>
      <dgm:t>
        <a:bodyPr/>
        <a:lstStyle/>
        <a:p>
          <a:endParaRPr lang="en-IN"/>
        </a:p>
      </dgm:t>
    </dgm:pt>
    <dgm:pt modelId="{C28CA8BD-DF8D-41A7-BA31-7027F269449B}" type="pres">
      <dgm:prSet presAssocID="{A7CF41A0-E014-4DEA-A644-CBC75F7DC797}" presName="Name0" presStyleCnt="0">
        <dgm:presLayoutVars>
          <dgm:chMax val="7"/>
          <dgm:chPref val="7"/>
          <dgm:dir/>
        </dgm:presLayoutVars>
      </dgm:prSet>
      <dgm:spPr/>
    </dgm:pt>
    <dgm:pt modelId="{0EB71E24-B246-4F1D-ADC5-9A21BEB5B17D}" type="pres">
      <dgm:prSet presAssocID="{A7CF41A0-E014-4DEA-A644-CBC75F7DC797}" presName="Name1" presStyleCnt="0"/>
      <dgm:spPr/>
    </dgm:pt>
    <dgm:pt modelId="{D3F0812A-21C7-41CF-AC4F-BED90C5447DA}" type="pres">
      <dgm:prSet presAssocID="{A7CF41A0-E014-4DEA-A644-CBC75F7DC797}" presName="cycle" presStyleCnt="0"/>
      <dgm:spPr/>
    </dgm:pt>
    <dgm:pt modelId="{3F43CF8D-C8B0-42B5-A832-7C35F230BD0A}" type="pres">
      <dgm:prSet presAssocID="{A7CF41A0-E014-4DEA-A644-CBC75F7DC797}" presName="srcNode" presStyleLbl="node1" presStyleIdx="0" presStyleCnt="4"/>
      <dgm:spPr/>
    </dgm:pt>
    <dgm:pt modelId="{8219B185-1257-4791-BABA-4F96BC582EFE}" type="pres">
      <dgm:prSet presAssocID="{A7CF41A0-E014-4DEA-A644-CBC75F7DC797}" presName="conn" presStyleLbl="parChTrans1D2" presStyleIdx="0" presStyleCnt="1"/>
      <dgm:spPr/>
    </dgm:pt>
    <dgm:pt modelId="{94ECADDD-A38C-4F70-816D-CA46521265D4}" type="pres">
      <dgm:prSet presAssocID="{A7CF41A0-E014-4DEA-A644-CBC75F7DC797}" presName="extraNode" presStyleLbl="node1" presStyleIdx="0" presStyleCnt="4"/>
      <dgm:spPr/>
    </dgm:pt>
    <dgm:pt modelId="{15B011D0-7CC9-4B0F-9503-F8FBBFE6473A}" type="pres">
      <dgm:prSet presAssocID="{A7CF41A0-E014-4DEA-A644-CBC75F7DC797}" presName="dstNode" presStyleLbl="node1" presStyleIdx="0" presStyleCnt="4"/>
      <dgm:spPr/>
    </dgm:pt>
    <dgm:pt modelId="{2C61BB8A-C7E3-4CA2-8C4A-6AA125816AF4}" type="pres">
      <dgm:prSet presAssocID="{BBFEB2F3-62DA-47A6-9746-D6BC15796A01}" presName="text_1" presStyleLbl="node1" presStyleIdx="0" presStyleCnt="4">
        <dgm:presLayoutVars>
          <dgm:bulletEnabled val="1"/>
        </dgm:presLayoutVars>
      </dgm:prSet>
      <dgm:spPr/>
    </dgm:pt>
    <dgm:pt modelId="{C206073A-3D3E-4CFC-94F3-EF9410AD5BA1}" type="pres">
      <dgm:prSet presAssocID="{BBFEB2F3-62DA-47A6-9746-D6BC15796A01}" presName="accent_1" presStyleCnt="0"/>
      <dgm:spPr/>
    </dgm:pt>
    <dgm:pt modelId="{CEDC2290-91BD-448D-9137-28455A4CA93A}" type="pres">
      <dgm:prSet presAssocID="{BBFEB2F3-62DA-47A6-9746-D6BC15796A01}" presName="accentRepeatNode" presStyleLbl="solidFgAcc1" presStyleIdx="0" presStyleCnt="4"/>
      <dgm:spPr/>
    </dgm:pt>
    <dgm:pt modelId="{86A7EC94-F4BB-430D-B98F-11B85F7FFFE0}" type="pres">
      <dgm:prSet presAssocID="{DB5CE34F-C398-42C4-9AA2-3B3FD3F57E49}" presName="text_2" presStyleLbl="node1" presStyleIdx="1" presStyleCnt="4">
        <dgm:presLayoutVars>
          <dgm:bulletEnabled val="1"/>
        </dgm:presLayoutVars>
      </dgm:prSet>
      <dgm:spPr/>
    </dgm:pt>
    <dgm:pt modelId="{E2CED6E2-739A-4288-8705-2037B5DA76DE}" type="pres">
      <dgm:prSet presAssocID="{DB5CE34F-C398-42C4-9AA2-3B3FD3F57E49}" presName="accent_2" presStyleCnt="0"/>
      <dgm:spPr/>
    </dgm:pt>
    <dgm:pt modelId="{90A64D65-7B5B-409E-B932-C3283603CB82}" type="pres">
      <dgm:prSet presAssocID="{DB5CE34F-C398-42C4-9AA2-3B3FD3F57E49}" presName="accentRepeatNode" presStyleLbl="solidFgAcc1" presStyleIdx="1" presStyleCnt="4"/>
      <dgm:spPr/>
    </dgm:pt>
    <dgm:pt modelId="{8C25FCC1-0434-4C9E-93AD-8E11A395DD6E}" type="pres">
      <dgm:prSet presAssocID="{740C1E79-7CAD-4D42-A821-E87F7C71A641}" presName="text_3" presStyleLbl="node1" presStyleIdx="2" presStyleCnt="4">
        <dgm:presLayoutVars>
          <dgm:bulletEnabled val="1"/>
        </dgm:presLayoutVars>
      </dgm:prSet>
      <dgm:spPr/>
    </dgm:pt>
    <dgm:pt modelId="{84508690-FB72-4CC3-B29B-32B9880AA382}" type="pres">
      <dgm:prSet presAssocID="{740C1E79-7CAD-4D42-A821-E87F7C71A641}" presName="accent_3" presStyleCnt="0"/>
      <dgm:spPr/>
    </dgm:pt>
    <dgm:pt modelId="{BDC792A8-C8E1-442B-A90F-16773DDA6C21}" type="pres">
      <dgm:prSet presAssocID="{740C1E79-7CAD-4D42-A821-E87F7C71A641}" presName="accentRepeatNode" presStyleLbl="solidFgAcc1" presStyleIdx="2" presStyleCnt="4"/>
      <dgm:spPr/>
    </dgm:pt>
    <dgm:pt modelId="{154D61A4-9D68-4E37-8383-25C412E3FBA4}" type="pres">
      <dgm:prSet presAssocID="{C4D733F8-F929-4843-A894-F0228685D415}" presName="text_4" presStyleLbl="node1" presStyleIdx="3" presStyleCnt="4">
        <dgm:presLayoutVars>
          <dgm:bulletEnabled val="1"/>
        </dgm:presLayoutVars>
      </dgm:prSet>
      <dgm:spPr/>
    </dgm:pt>
    <dgm:pt modelId="{B4A05E16-2AB9-406C-ADED-CF69D3B2873C}" type="pres">
      <dgm:prSet presAssocID="{C4D733F8-F929-4843-A894-F0228685D415}" presName="accent_4" presStyleCnt="0"/>
      <dgm:spPr/>
    </dgm:pt>
    <dgm:pt modelId="{1366F84E-039F-4E20-8DDF-B887408BDC51}" type="pres">
      <dgm:prSet presAssocID="{C4D733F8-F929-4843-A894-F0228685D415}" presName="accentRepeatNode" presStyleLbl="solidFgAcc1" presStyleIdx="3" presStyleCnt="4"/>
      <dgm:spPr/>
    </dgm:pt>
  </dgm:ptLst>
  <dgm:cxnLst>
    <dgm:cxn modelId="{B0F26B10-5C27-4720-9143-709EE69F9243}" srcId="{A7CF41A0-E014-4DEA-A644-CBC75F7DC797}" destId="{BBFEB2F3-62DA-47A6-9746-D6BC15796A01}" srcOrd="0" destOrd="0" parTransId="{5C087257-6BB7-4DD8-A4ED-68D74CFBF56C}" sibTransId="{37D1E83D-FFF3-43CD-B468-F9779A4EB6AA}"/>
    <dgm:cxn modelId="{6E9E4B16-7EEB-48AA-9E79-D4AD1CA74D87}" type="presOf" srcId="{C4D733F8-F929-4843-A894-F0228685D415}" destId="{154D61A4-9D68-4E37-8383-25C412E3FBA4}" srcOrd="0" destOrd="0" presId="urn:microsoft.com/office/officeart/2008/layout/VerticalCurvedList"/>
    <dgm:cxn modelId="{A342BC56-F330-45F2-9ACC-6C07D54D62C0}" type="presOf" srcId="{A7CF41A0-E014-4DEA-A644-CBC75F7DC797}" destId="{C28CA8BD-DF8D-41A7-BA31-7027F269449B}" srcOrd="0" destOrd="0" presId="urn:microsoft.com/office/officeart/2008/layout/VerticalCurvedList"/>
    <dgm:cxn modelId="{E6581866-00D3-4A7C-9D95-7199EEC54F24}" srcId="{A7CF41A0-E014-4DEA-A644-CBC75F7DC797}" destId="{DB5CE34F-C398-42C4-9AA2-3B3FD3F57E49}" srcOrd="1" destOrd="0" parTransId="{53E13E86-2DB4-4C03-8B6A-0CAA9F0DC9B7}" sibTransId="{5B56D323-B52E-43FD-B7A6-78A15E00CE1F}"/>
    <dgm:cxn modelId="{9EEBFC74-A604-484A-B595-FEE7C0E2354D}" srcId="{A7CF41A0-E014-4DEA-A644-CBC75F7DC797}" destId="{C4D733F8-F929-4843-A894-F0228685D415}" srcOrd="3" destOrd="0" parTransId="{14C8294A-FEE8-4BBE-8EF3-40F5DDAE1DE0}" sibTransId="{AC9E596F-8F5A-463D-95D7-66DD8FD801CB}"/>
    <dgm:cxn modelId="{5AE9297C-134A-4863-B7A1-8C170D72E633}" type="presOf" srcId="{37D1E83D-FFF3-43CD-B468-F9779A4EB6AA}" destId="{8219B185-1257-4791-BABA-4F96BC582EFE}" srcOrd="0" destOrd="0" presId="urn:microsoft.com/office/officeart/2008/layout/VerticalCurvedList"/>
    <dgm:cxn modelId="{45E10A88-84C9-4EB6-85E0-40AF08CF2EB7}" srcId="{A7CF41A0-E014-4DEA-A644-CBC75F7DC797}" destId="{740C1E79-7CAD-4D42-A821-E87F7C71A641}" srcOrd="2" destOrd="0" parTransId="{8CE09F29-1A76-4B17-8EDE-48149542CCCC}" sibTransId="{B664967C-0573-4917-823D-5025D970016D}"/>
    <dgm:cxn modelId="{129E418A-F95E-4467-91BE-78B649D0BBD2}" type="presOf" srcId="{BBFEB2F3-62DA-47A6-9746-D6BC15796A01}" destId="{2C61BB8A-C7E3-4CA2-8C4A-6AA125816AF4}" srcOrd="0" destOrd="0" presId="urn:microsoft.com/office/officeart/2008/layout/VerticalCurvedList"/>
    <dgm:cxn modelId="{64DAB7B0-0C38-44CE-87F9-6F36C480B3AD}" type="presOf" srcId="{DB5CE34F-C398-42C4-9AA2-3B3FD3F57E49}" destId="{86A7EC94-F4BB-430D-B98F-11B85F7FFFE0}" srcOrd="0" destOrd="0" presId="urn:microsoft.com/office/officeart/2008/layout/VerticalCurvedList"/>
    <dgm:cxn modelId="{2FCAE3E6-8798-47D1-BEE3-4385ADE27EEF}" type="presOf" srcId="{740C1E79-7CAD-4D42-A821-E87F7C71A641}" destId="{8C25FCC1-0434-4C9E-93AD-8E11A395DD6E}" srcOrd="0" destOrd="0" presId="urn:microsoft.com/office/officeart/2008/layout/VerticalCurvedList"/>
    <dgm:cxn modelId="{7B6972D9-221E-4163-9346-59E2F964474D}" type="presParOf" srcId="{C28CA8BD-DF8D-41A7-BA31-7027F269449B}" destId="{0EB71E24-B246-4F1D-ADC5-9A21BEB5B17D}" srcOrd="0" destOrd="0" presId="urn:microsoft.com/office/officeart/2008/layout/VerticalCurvedList"/>
    <dgm:cxn modelId="{C925403B-F29D-4109-B34B-58E9A512A58E}" type="presParOf" srcId="{0EB71E24-B246-4F1D-ADC5-9A21BEB5B17D}" destId="{D3F0812A-21C7-41CF-AC4F-BED90C5447DA}" srcOrd="0" destOrd="0" presId="urn:microsoft.com/office/officeart/2008/layout/VerticalCurvedList"/>
    <dgm:cxn modelId="{1E85E7EE-F24B-451E-8A15-01B35725A74B}" type="presParOf" srcId="{D3F0812A-21C7-41CF-AC4F-BED90C5447DA}" destId="{3F43CF8D-C8B0-42B5-A832-7C35F230BD0A}" srcOrd="0" destOrd="0" presId="urn:microsoft.com/office/officeart/2008/layout/VerticalCurvedList"/>
    <dgm:cxn modelId="{D486D0CE-8833-4C6D-AA1B-B5523D412F15}" type="presParOf" srcId="{D3F0812A-21C7-41CF-AC4F-BED90C5447DA}" destId="{8219B185-1257-4791-BABA-4F96BC582EFE}" srcOrd="1" destOrd="0" presId="urn:microsoft.com/office/officeart/2008/layout/VerticalCurvedList"/>
    <dgm:cxn modelId="{57BE1439-FFDB-4606-90FB-368B1DDE0AC7}" type="presParOf" srcId="{D3F0812A-21C7-41CF-AC4F-BED90C5447DA}" destId="{94ECADDD-A38C-4F70-816D-CA46521265D4}" srcOrd="2" destOrd="0" presId="urn:microsoft.com/office/officeart/2008/layout/VerticalCurvedList"/>
    <dgm:cxn modelId="{76FDB502-CC99-4D37-8E04-760E318FC3E8}" type="presParOf" srcId="{D3F0812A-21C7-41CF-AC4F-BED90C5447DA}" destId="{15B011D0-7CC9-4B0F-9503-F8FBBFE6473A}" srcOrd="3" destOrd="0" presId="urn:microsoft.com/office/officeart/2008/layout/VerticalCurvedList"/>
    <dgm:cxn modelId="{15727DFB-F439-49A4-A935-12B80F521EBC}" type="presParOf" srcId="{0EB71E24-B246-4F1D-ADC5-9A21BEB5B17D}" destId="{2C61BB8A-C7E3-4CA2-8C4A-6AA125816AF4}" srcOrd="1" destOrd="0" presId="urn:microsoft.com/office/officeart/2008/layout/VerticalCurvedList"/>
    <dgm:cxn modelId="{5C4FF9A7-3C14-4585-BD0F-ABE91658551E}" type="presParOf" srcId="{0EB71E24-B246-4F1D-ADC5-9A21BEB5B17D}" destId="{C206073A-3D3E-4CFC-94F3-EF9410AD5BA1}" srcOrd="2" destOrd="0" presId="urn:microsoft.com/office/officeart/2008/layout/VerticalCurvedList"/>
    <dgm:cxn modelId="{3CD154B0-0105-4817-87DA-95113414DB4E}" type="presParOf" srcId="{C206073A-3D3E-4CFC-94F3-EF9410AD5BA1}" destId="{CEDC2290-91BD-448D-9137-28455A4CA93A}" srcOrd="0" destOrd="0" presId="urn:microsoft.com/office/officeart/2008/layout/VerticalCurvedList"/>
    <dgm:cxn modelId="{0703CE73-DA61-4AA2-828A-FBA45859979F}" type="presParOf" srcId="{0EB71E24-B246-4F1D-ADC5-9A21BEB5B17D}" destId="{86A7EC94-F4BB-430D-B98F-11B85F7FFFE0}" srcOrd="3" destOrd="0" presId="urn:microsoft.com/office/officeart/2008/layout/VerticalCurvedList"/>
    <dgm:cxn modelId="{7AB819EE-CBC9-4CF6-B8C0-11AF2CD83685}" type="presParOf" srcId="{0EB71E24-B246-4F1D-ADC5-9A21BEB5B17D}" destId="{E2CED6E2-739A-4288-8705-2037B5DA76DE}" srcOrd="4" destOrd="0" presId="urn:microsoft.com/office/officeart/2008/layout/VerticalCurvedList"/>
    <dgm:cxn modelId="{258DFC6D-DCC8-4E3A-98C6-FFF4A58CF181}" type="presParOf" srcId="{E2CED6E2-739A-4288-8705-2037B5DA76DE}" destId="{90A64D65-7B5B-409E-B932-C3283603CB82}" srcOrd="0" destOrd="0" presId="urn:microsoft.com/office/officeart/2008/layout/VerticalCurvedList"/>
    <dgm:cxn modelId="{8BE2A294-0FCD-447D-9BE0-3454D02B3F71}" type="presParOf" srcId="{0EB71E24-B246-4F1D-ADC5-9A21BEB5B17D}" destId="{8C25FCC1-0434-4C9E-93AD-8E11A395DD6E}" srcOrd="5" destOrd="0" presId="urn:microsoft.com/office/officeart/2008/layout/VerticalCurvedList"/>
    <dgm:cxn modelId="{8DAD7A1E-77A7-4214-99EF-3FB148B491BE}" type="presParOf" srcId="{0EB71E24-B246-4F1D-ADC5-9A21BEB5B17D}" destId="{84508690-FB72-4CC3-B29B-32B9880AA382}" srcOrd="6" destOrd="0" presId="urn:microsoft.com/office/officeart/2008/layout/VerticalCurvedList"/>
    <dgm:cxn modelId="{0AFC9368-9D8B-4A44-A412-7055CFF2A0A5}" type="presParOf" srcId="{84508690-FB72-4CC3-B29B-32B9880AA382}" destId="{BDC792A8-C8E1-442B-A90F-16773DDA6C21}" srcOrd="0" destOrd="0" presId="urn:microsoft.com/office/officeart/2008/layout/VerticalCurvedList"/>
    <dgm:cxn modelId="{C0C0C90B-6D11-40EC-8FAD-514C21D7FE78}" type="presParOf" srcId="{0EB71E24-B246-4F1D-ADC5-9A21BEB5B17D}" destId="{154D61A4-9D68-4E37-8383-25C412E3FBA4}" srcOrd="7" destOrd="0" presId="urn:microsoft.com/office/officeart/2008/layout/VerticalCurvedList"/>
    <dgm:cxn modelId="{F05A231A-E0A3-447A-A036-83AD8A4F18E1}" type="presParOf" srcId="{0EB71E24-B246-4F1D-ADC5-9A21BEB5B17D}" destId="{B4A05E16-2AB9-406C-ADED-CF69D3B2873C}" srcOrd="8" destOrd="0" presId="urn:microsoft.com/office/officeart/2008/layout/VerticalCurvedList"/>
    <dgm:cxn modelId="{9C225CC1-1C08-4CEE-AFFD-F9BE6E9C8C55}" type="presParOf" srcId="{B4A05E16-2AB9-406C-ADED-CF69D3B2873C}" destId="{1366F84E-039F-4E20-8DDF-B887408BDC5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FBF6C40-30EB-4793-B9FD-20ED2D258844}" type="doc">
      <dgm:prSet loTypeId="urn:microsoft.com/office/officeart/2005/8/layout/process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B451A8B2-CA57-4AB9-BFFF-C5213C4E951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Voluntary participation with informed consent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5D036B-EF9F-4EE5-8653-E09DFDCDF97E}" type="parTrans" cxnId="{18C572DF-5B9C-4DBF-BDD9-F90091B4A8C2}">
      <dgm:prSet/>
      <dgm:spPr/>
      <dgm:t>
        <a:bodyPr/>
        <a:lstStyle/>
        <a:p>
          <a:endParaRPr lang="en-IN"/>
        </a:p>
      </dgm:t>
    </dgm:pt>
    <dgm:pt modelId="{ABBE36F3-BBA0-4E55-B84F-67EF432B3BA9}" type="sibTrans" cxnId="{18C572DF-5B9C-4DBF-BDD9-F90091B4A8C2}">
      <dgm:prSet/>
      <dgm:spPr/>
      <dgm:t>
        <a:bodyPr/>
        <a:lstStyle/>
        <a:p>
          <a:endParaRPr lang="en-IN"/>
        </a:p>
      </dgm:t>
    </dgm:pt>
    <dgm:pt modelId="{A14E57DB-ADE3-493F-9D18-24DDE5CB12D8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No personal or organizational identifiers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60E635-EF02-4CC3-B50E-86EBBC76BC38}" type="parTrans" cxnId="{3D1951E9-D4C6-46CE-9B12-B476D4781C39}">
      <dgm:prSet/>
      <dgm:spPr/>
      <dgm:t>
        <a:bodyPr/>
        <a:lstStyle/>
        <a:p>
          <a:endParaRPr lang="en-IN"/>
        </a:p>
      </dgm:t>
    </dgm:pt>
    <dgm:pt modelId="{482D581A-DDD1-4BD4-915B-11C571B955EE}" type="sibTrans" cxnId="{3D1951E9-D4C6-46CE-9B12-B476D4781C39}">
      <dgm:prSet/>
      <dgm:spPr/>
      <dgm:t>
        <a:bodyPr/>
        <a:lstStyle/>
        <a:p>
          <a:endParaRPr lang="en-IN"/>
        </a:p>
      </dgm:t>
    </dgm:pt>
    <dgm:pt modelId="{6A2C9BFD-4C63-4504-AF86-9D89E6AEA88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Secure data storage and confidentiality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3904BF-B145-4D74-9243-CFE7D368DD8E}" type="parTrans" cxnId="{CE580698-0BE3-4D76-9804-BB8707FDFC6C}">
      <dgm:prSet/>
      <dgm:spPr/>
      <dgm:t>
        <a:bodyPr/>
        <a:lstStyle/>
        <a:p>
          <a:endParaRPr lang="en-IN"/>
        </a:p>
      </dgm:t>
    </dgm:pt>
    <dgm:pt modelId="{1A350403-8EA3-4092-9EE0-4860E123025C}" type="sibTrans" cxnId="{CE580698-0BE3-4D76-9804-BB8707FDFC6C}">
      <dgm:prSet/>
      <dgm:spPr/>
      <dgm:t>
        <a:bodyPr/>
        <a:lstStyle/>
        <a:p>
          <a:endParaRPr lang="en-IN"/>
        </a:p>
      </dgm:t>
    </dgm:pt>
    <dgm:pt modelId="{119CC88B-8CBA-43F4-B79B-CD3B7C40B59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Minimal risk to participants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AC3813-F533-4BE2-888A-6E65BF52EBE7}" type="parTrans" cxnId="{67F5889D-5F1A-4919-8EBA-744A6FA0EC55}">
      <dgm:prSet/>
      <dgm:spPr/>
      <dgm:t>
        <a:bodyPr/>
        <a:lstStyle/>
        <a:p>
          <a:endParaRPr lang="en-IN"/>
        </a:p>
      </dgm:t>
    </dgm:pt>
    <dgm:pt modelId="{2E854CA4-BB13-4CCC-B871-9AEBE0C7EA8C}" type="sibTrans" cxnId="{67F5889D-5F1A-4919-8EBA-744A6FA0EC55}">
      <dgm:prSet/>
      <dgm:spPr/>
      <dgm:t>
        <a:bodyPr/>
        <a:lstStyle/>
        <a:p>
          <a:endParaRPr lang="en-IN"/>
        </a:p>
      </dgm:t>
    </dgm:pt>
    <dgm:pt modelId="{8D9BA39D-A754-4584-BA11-AFC222B701F9}" type="pres">
      <dgm:prSet presAssocID="{DFBF6C40-30EB-4793-B9FD-20ED2D258844}" presName="Name0" presStyleCnt="0">
        <dgm:presLayoutVars>
          <dgm:dir/>
          <dgm:animLvl val="lvl"/>
          <dgm:resizeHandles val="exact"/>
        </dgm:presLayoutVars>
      </dgm:prSet>
      <dgm:spPr/>
    </dgm:pt>
    <dgm:pt modelId="{1C1A6D1A-A49B-4B30-B81D-CD35A7979874}" type="pres">
      <dgm:prSet presAssocID="{119CC88B-8CBA-43F4-B79B-CD3B7C40B598}" presName="boxAndChildren" presStyleCnt="0"/>
      <dgm:spPr/>
    </dgm:pt>
    <dgm:pt modelId="{D2BB3A82-03AF-4879-871C-3DC09447B378}" type="pres">
      <dgm:prSet presAssocID="{119CC88B-8CBA-43F4-B79B-CD3B7C40B598}" presName="parentTextBox" presStyleLbl="node1" presStyleIdx="0" presStyleCnt="4"/>
      <dgm:spPr/>
    </dgm:pt>
    <dgm:pt modelId="{EA24980C-230F-4A68-9A69-141142782726}" type="pres">
      <dgm:prSet presAssocID="{1A350403-8EA3-4092-9EE0-4860E123025C}" presName="sp" presStyleCnt="0"/>
      <dgm:spPr/>
    </dgm:pt>
    <dgm:pt modelId="{A56FF0D3-94CE-4A78-83AB-F0344AE79004}" type="pres">
      <dgm:prSet presAssocID="{6A2C9BFD-4C63-4504-AF86-9D89E6AEA884}" presName="arrowAndChildren" presStyleCnt="0"/>
      <dgm:spPr/>
    </dgm:pt>
    <dgm:pt modelId="{53798FF8-FDC9-4501-9192-44B76A9B0DC6}" type="pres">
      <dgm:prSet presAssocID="{6A2C9BFD-4C63-4504-AF86-9D89E6AEA884}" presName="parentTextArrow" presStyleLbl="node1" presStyleIdx="1" presStyleCnt="4"/>
      <dgm:spPr/>
    </dgm:pt>
    <dgm:pt modelId="{64691CAE-4625-44F4-AF7A-D518BD044112}" type="pres">
      <dgm:prSet presAssocID="{482D581A-DDD1-4BD4-915B-11C571B955EE}" presName="sp" presStyleCnt="0"/>
      <dgm:spPr/>
    </dgm:pt>
    <dgm:pt modelId="{CFA6F1FC-D879-4CC7-9AB8-AAE3CA713ACF}" type="pres">
      <dgm:prSet presAssocID="{A14E57DB-ADE3-493F-9D18-24DDE5CB12D8}" presName="arrowAndChildren" presStyleCnt="0"/>
      <dgm:spPr/>
    </dgm:pt>
    <dgm:pt modelId="{EC855863-EAAC-400D-A0F0-26DFC153E041}" type="pres">
      <dgm:prSet presAssocID="{A14E57DB-ADE3-493F-9D18-24DDE5CB12D8}" presName="parentTextArrow" presStyleLbl="node1" presStyleIdx="2" presStyleCnt="4"/>
      <dgm:spPr/>
    </dgm:pt>
    <dgm:pt modelId="{8B1FF1E8-5B1F-4523-BE02-403BF93AE9C0}" type="pres">
      <dgm:prSet presAssocID="{ABBE36F3-BBA0-4E55-B84F-67EF432B3BA9}" presName="sp" presStyleCnt="0"/>
      <dgm:spPr/>
    </dgm:pt>
    <dgm:pt modelId="{BA9D2C77-06C8-433E-99E6-CBE479FE320D}" type="pres">
      <dgm:prSet presAssocID="{B451A8B2-CA57-4AB9-BFFF-C5213C4E9517}" presName="arrowAndChildren" presStyleCnt="0"/>
      <dgm:spPr/>
    </dgm:pt>
    <dgm:pt modelId="{B83EB050-5166-4343-8581-323DC2AFD109}" type="pres">
      <dgm:prSet presAssocID="{B451A8B2-CA57-4AB9-BFFF-C5213C4E9517}" presName="parentTextArrow" presStyleLbl="node1" presStyleIdx="3" presStyleCnt="4"/>
      <dgm:spPr/>
    </dgm:pt>
  </dgm:ptLst>
  <dgm:cxnLst>
    <dgm:cxn modelId="{31168A20-5F82-4EEB-98DB-7A5201E75D37}" type="presOf" srcId="{119CC88B-8CBA-43F4-B79B-CD3B7C40B598}" destId="{D2BB3A82-03AF-4879-871C-3DC09447B378}" srcOrd="0" destOrd="0" presId="urn:microsoft.com/office/officeart/2005/8/layout/process4"/>
    <dgm:cxn modelId="{FD98F83F-251D-46E0-956D-FB2DC6618BD5}" type="presOf" srcId="{B451A8B2-CA57-4AB9-BFFF-C5213C4E9517}" destId="{B83EB050-5166-4343-8581-323DC2AFD109}" srcOrd="0" destOrd="0" presId="urn:microsoft.com/office/officeart/2005/8/layout/process4"/>
    <dgm:cxn modelId="{0E828642-E547-4471-8AF6-EC651BD3DDE7}" type="presOf" srcId="{DFBF6C40-30EB-4793-B9FD-20ED2D258844}" destId="{8D9BA39D-A754-4584-BA11-AFC222B701F9}" srcOrd="0" destOrd="0" presId="urn:microsoft.com/office/officeart/2005/8/layout/process4"/>
    <dgm:cxn modelId="{18F58D4D-BD7A-40DD-9F15-A09E89FCFC6C}" type="presOf" srcId="{6A2C9BFD-4C63-4504-AF86-9D89E6AEA884}" destId="{53798FF8-FDC9-4501-9192-44B76A9B0DC6}" srcOrd="0" destOrd="0" presId="urn:microsoft.com/office/officeart/2005/8/layout/process4"/>
    <dgm:cxn modelId="{CE580698-0BE3-4D76-9804-BB8707FDFC6C}" srcId="{DFBF6C40-30EB-4793-B9FD-20ED2D258844}" destId="{6A2C9BFD-4C63-4504-AF86-9D89E6AEA884}" srcOrd="2" destOrd="0" parTransId="{AA3904BF-B145-4D74-9243-CFE7D368DD8E}" sibTransId="{1A350403-8EA3-4092-9EE0-4860E123025C}"/>
    <dgm:cxn modelId="{67F5889D-5F1A-4919-8EBA-744A6FA0EC55}" srcId="{DFBF6C40-30EB-4793-B9FD-20ED2D258844}" destId="{119CC88B-8CBA-43F4-B79B-CD3B7C40B598}" srcOrd="3" destOrd="0" parTransId="{23AC3813-F533-4BE2-888A-6E65BF52EBE7}" sibTransId="{2E854CA4-BB13-4CCC-B871-9AEBE0C7EA8C}"/>
    <dgm:cxn modelId="{18C572DF-5B9C-4DBF-BDD9-F90091B4A8C2}" srcId="{DFBF6C40-30EB-4793-B9FD-20ED2D258844}" destId="{B451A8B2-CA57-4AB9-BFFF-C5213C4E9517}" srcOrd="0" destOrd="0" parTransId="{C65D036B-EF9F-4EE5-8653-E09DFDCDF97E}" sibTransId="{ABBE36F3-BBA0-4E55-B84F-67EF432B3BA9}"/>
    <dgm:cxn modelId="{3D1951E9-D4C6-46CE-9B12-B476D4781C39}" srcId="{DFBF6C40-30EB-4793-B9FD-20ED2D258844}" destId="{A14E57DB-ADE3-493F-9D18-24DDE5CB12D8}" srcOrd="1" destOrd="0" parTransId="{1960E635-EF02-4CC3-B50E-86EBBC76BC38}" sibTransId="{482D581A-DDD1-4BD4-915B-11C571B955EE}"/>
    <dgm:cxn modelId="{C624AEF0-3786-463C-8223-4B6F300A4AE1}" type="presOf" srcId="{A14E57DB-ADE3-493F-9D18-24DDE5CB12D8}" destId="{EC855863-EAAC-400D-A0F0-26DFC153E041}" srcOrd="0" destOrd="0" presId="urn:microsoft.com/office/officeart/2005/8/layout/process4"/>
    <dgm:cxn modelId="{8CD6F7F6-BD04-418B-A56A-EB4DB5648044}" type="presParOf" srcId="{8D9BA39D-A754-4584-BA11-AFC222B701F9}" destId="{1C1A6D1A-A49B-4B30-B81D-CD35A7979874}" srcOrd="0" destOrd="0" presId="urn:microsoft.com/office/officeart/2005/8/layout/process4"/>
    <dgm:cxn modelId="{250A86A1-3E10-4A8A-A0CC-29FE1840522D}" type="presParOf" srcId="{1C1A6D1A-A49B-4B30-B81D-CD35A7979874}" destId="{D2BB3A82-03AF-4879-871C-3DC09447B378}" srcOrd="0" destOrd="0" presId="urn:microsoft.com/office/officeart/2005/8/layout/process4"/>
    <dgm:cxn modelId="{849154D0-7391-4A61-9A15-FA8B496A914C}" type="presParOf" srcId="{8D9BA39D-A754-4584-BA11-AFC222B701F9}" destId="{EA24980C-230F-4A68-9A69-141142782726}" srcOrd="1" destOrd="0" presId="urn:microsoft.com/office/officeart/2005/8/layout/process4"/>
    <dgm:cxn modelId="{B02DB6DE-E545-46A7-A83B-2ACC74FA3D36}" type="presParOf" srcId="{8D9BA39D-A754-4584-BA11-AFC222B701F9}" destId="{A56FF0D3-94CE-4A78-83AB-F0344AE79004}" srcOrd="2" destOrd="0" presId="urn:microsoft.com/office/officeart/2005/8/layout/process4"/>
    <dgm:cxn modelId="{0795752C-B265-47FD-8BF6-799469DFAA2E}" type="presParOf" srcId="{A56FF0D3-94CE-4A78-83AB-F0344AE79004}" destId="{53798FF8-FDC9-4501-9192-44B76A9B0DC6}" srcOrd="0" destOrd="0" presId="urn:microsoft.com/office/officeart/2005/8/layout/process4"/>
    <dgm:cxn modelId="{83D643B6-2508-448A-B557-E6E182750021}" type="presParOf" srcId="{8D9BA39D-A754-4584-BA11-AFC222B701F9}" destId="{64691CAE-4625-44F4-AF7A-D518BD044112}" srcOrd="3" destOrd="0" presId="urn:microsoft.com/office/officeart/2005/8/layout/process4"/>
    <dgm:cxn modelId="{D8ACC7E4-6F49-4429-89FE-83994A808E41}" type="presParOf" srcId="{8D9BA39D-A754-4584-BA11-AFC222B701F9}" destId="{CFA6F1FC-D879-4CC7-9AB8-AAE3CA713ACF}" srcOrd="4" destOrd="0" presId="urn:microsoft.com/office/officeart/2005/8/layout/process4"/>
    <dgm:cxn modelId="{5FDB3A43-70D1-4E3E-BAC2-B85C35B0D26A}" type="presParOf" srcId="{CFA6F1FC-D879-4CC7-9AB8-AAE3CA713ACF}" destId="{EC855863-EAAC-400D-A0F0-26DFC153E041}" srcOrd="0" destOrd="0" presId="urn:microsoft.com/office/officeart/2005/8/layout/process4"/>
    <dgm:cxn modelId="{64F056B6-7CF3-4D58-BC5A-8DBAEACD144C}" type="presParOf" srcId="{8D9BA39D-A754-4584-BA11-AFC222B701F9}" destId="{8B1FF1E8-5B1F-4523-BE02-403BF93AE9C0}" srcOrd="5" destOrd="0" presId="urn:microsoft.com/office/officeart/2005/8/layout/process4"/>
    <dgm:cxn modelId="{C1490215-433B-487B-805A-8D10CAA6A2EC}" type="presParOf" srcId="{8D9BA39D-A754-4584-BA11-AFC222B701F9}" destId="{BA9D2C77-06C8-433E-99E6-CBE479FE320D}" srcOrd="6" destOrd="0" presId="urn:microsoft.com/office/officeart/2005/8/layout/process4"/>
    <dgm:cxn modelId="{C64130C8-A78D-48E3-9516-D2CC1FEAD213}" type="presParOf" srcId="{BA9D2C77-06C8-433E-99E6-CBE479FE320D}" destId="{B83EB050-5166-4343-8581-323DC2AFD10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3C731-8A89-4391-BB1E-C836D0082F27}">
      <dsp:nvSpPr>
        <dsp:cNvPr id="0" name=""/>
        <dsp:cNvSpPr/>
      </dsp:nvSpPr>
      <dsp:spPr>
        <a:xfrm>
          <a:off x="0" y="1972917"/>
          <a:ext cx="982238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Cost estimation underpins project financial success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2032316"/>
        <a:ext cx="9703582" cy="1098002"/>
      </dsp:txXfrm>
    </dsp:sp>
    <dsp:sp modelId="{6BCA9588-BCEA-40A0-A1B7-3FA0D6FB69E7}">
      <dsp:nvSpPr>
        <dsp:cNvPr id="0" name=""/>
        <dsp:cNvSpPr/>
      </dsp:nvSpPr>
      <dsp:spPr>
        <a:xfrm>
          <a:off x="0" y="3376917"/>
          <a:ext cx="982238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estimation faces data fragmentation challenges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3436316"/>
        <a:ext cx="9703582" cy="1098002"/>
      </dsp:txXfrm>
    </dsp:sp>
    <dsp:sp modelId="{B113FAD0-97E7-4475-8196-436B8B9459B1}">
      <dsp:nvSpPr>
        <dsp:cNvPr id="0" name=""/>
        <dsp:cNvSpPr/>
      </dsp:nvSpPr>
      <dsp:spPr>
        <a:xfrm>
          <a:off x="0" y="4780918"/>
          <a:ext cx="982238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Dashboards enable real-time cost visibility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4840317"/>
        <a:ext cx="9703582" cy="1098002"/>
      </dsp:txXfrm>
    </dsp:sp>
    <dsp:sp modelId="{448AD579-1790-4C22-B232-6CB54B237336}">
      <dsp:nvSpPr>
        <dsp:cNvPr id="0" name=""/>
        <dsp:cNvSpPr/>
      </dsp:nvSpPr>
      <dsp:spPr>
        <a:xfrm>
          <a:off x="0" y="6184918"/>
          <a:ext cx="982238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Study examines dashboards in business practice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399" y="6244317"/>
        <a:ext cx="9703582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179540-6D23-457E-BC23-94F8FBF4B48C}">
      <dsp:nvSpPr>
        <dsp:cNvPr id="0" name=""/>
        <dsp:cNvSpPr/>
      </dsp:nvSpPr>
      <dsp:spPr>
        <a:xfrm>
          <a:off x="0" y="641436"/>
          <a:ext cx="10729564" cy="982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8BA4B6-73BA-4A33-834E-86DD01AFACAF}">
      <dsp:nvSpPr>
        <dsp:cNvPr id="0" name=""/>
        <dsp:cNvSpPr/>
      </dsp:nvSpPr>
      <dsp:spPr>
        <a:xfrm>
          <a:off x="536478" y="65796"/>
          <a:ext cx="7510694" cy="11512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886" tIns="0" rIns="28388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Addresses gap between dashboards and estimation accuracy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679" y="121997"/>
        <a:ext cx="7398292" cy="1038877"/>
      </dsp:txXfrm>
    </dsp:sp>
    <dsp:sp modelId="{5798C59C-869D-4D92-9A07-6E5713D157F4}">
      <dsp:nvSpPr>
        <dsp:cNvPr id="0" name=""/>
        <dsp:cNvSpPr/>
      </dsp:nvSpPr>
      <dsp:spPr>
        <a:xfrm>
          <a:off x="0" y="2410476"/>
          <a:ext cx="10729564" cy="982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640C68-ACC9-48E5-9A1D-D1D597301F4A}">
      <dsp:nvSpPr>
        <dsp:cNvPr id="0" name=""/>
        <dsp:cNvSpPr/>
      </dsp:nvSpPr>
      <dsp:spPr>
        <a:xfrm>
          <a:off x="536478" y="1834836"/>
          <a:ext cx="7510694" cy="11512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886" tIns="0" rIns="28388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Extends business intelligence application literature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679" y="1891037"/>
        <a:ext cx="7398292" cy="1038877"/>
      </dsp:txXfrm>
    </dsp:sp>
    <dsp:sp modelId="{601875F2-C147-44EF-B01B-24864F44A178}">
      <dsp:nvSpPr>
        <dsp:cNvPr id="0" name=""/>
        <dsp:cNvSpPr/>
      </dsp:nvSpPr>
      <dsp:spPr>
        <a:xfrm>
          <a:off x="0" y="4179516"/>
          <a:ext cx="10729564" cy="982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A12A9-A91F-4B89-A5FA-A0BF0F01E0A2}">
      <dsp:nvSpPr>
        <dsp:cNvPr id="0" name=""/>
        <dsp:cNvSpPr/>
      </dsp:nvSpPr>
      <dsp:spPr>
        <a:xfrm>
          <a:off x="536478" y="3603876"/>
          <a:ext cx="7510694" cy="11512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886" tIns="0" rIns="28388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Supports data-driven cost management practices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679" y="3660077"/>
        <a:ext cx="7398292" cy="1038877"/>
      </dsp:txXfrm>
    </dsp:sp>
    <dsp:sp modelId="{4CCC7B0C-E7E9-4522-B7FD-529E5B5CEE5D}">
      <dsp:nvSpPr>
        <dsp:cNvPr id="0" name=""/>
        <dsp:cNvSpPr/>
      </dsp:nvSpPr>
      <dsp:spPr>
        <a:xfrm>
          <a:off x="0" y="5948555"/>
          <a:ext cx="10729564" cy="982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CD3EC5-6945-46EF-AC75-2B5B9B76C43E}">
      <dsp:nvSpPr>
        <dsp:cNvPr id="0" name=""/>
        <dsp:cNvSpPr/>
      </dsp:nvSpPr>
      <dsp:spPr>
        <a:xfrm>
          <a:off x="536478" y="5372915"/>
          <a:ext cx="7510694" cy="11512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886" tIns="0" rIns="283886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Contributes empirical insights to construction management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679" y="5429116"/>
        <a:ext cx="7398292" cy="10388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34E6D-D1E6-47D8-97DC-384DFC154364}">
      <dsp:nvSpPr>
        <dsp:cNvPr id="0" name=""/>
        <dsp:cNvSpPr/>
      </dsp:nvSpPr>
      <dsp:spPr>
        <a:xfrm>
          <a:off x="-5999927" y="-918095"/>
          <a:ext cx="7142557" cy="7142557"/>
        </a:xfrm>
        <a:prstGeom prst="blockArc">
          <a:avLst>
            <a:gd name="adj1" fmla="val 18900000"/>
            <a:gd name="adj2" fmla="val 2700000"/>
            <a:gd name="adj3" fmla="val 302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A21820-103E-4CAF-81FD-EDC6F7D1C94A}">
      <dsp:nvSpPr>
        <dsp:cNvPr id="0" name=""/>
        <dsp:cNvSpPr/>
      </dsp:nvSpPr>
      <dsp:spPr>
        <a:xfrm>
          <a:off x="598038" y="407953"/>
          <a:ext cx="10248945" cy="816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96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Frequent cost overruns persist in construction projects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8038" y="407953"/>
        <a:ext cx="10248945" cy="816331"/>
      </dsp:txXfrm>
    </dsp:sp>
    <dsp:sp modelId="{7E6A6080-C281-402C-89B2-C3B3761ED4A0}">
      <dsp:nvSpPr>
        <dsp:cNvPr id="0" name=""/>
        <dsp:cNvSpPr/>
      </dsp:nvSpPr>
      <dsp:spPr>
        <a:xfrm>
          <a:off x="87831" y="305912"/>
          <a:ext cx="1020414" cy="10204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300A6-6369-41D3-A467-4BAB706D4182}">
      <dsp:nvSpPr>
        <dsp:cNvPr id="0" name=""/>
        <dsp:cNvSpPr/>
      </dsp:nvSpPr>
      <dsp:spPr>
        <a:xfrm>
          <a:off x="1066060" y="1632662"/>
          <a:ext cx="9780924" cy="816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96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Estimation relies on static, historical data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66060" y="1632662"/>
        <a:ext cx="9780924" cy="816331"/>
      </dsp:txXfrm>
    </dsp:sp>
    <dsp:sp modelId="{6E342169-A360-48F8-B51A-D1E2EAA517E8}">
      <dsp:nvSpPr>
        <dsp:cNvPr id="0" name=""/>
        <dsp:cNvSpPr/>
      </dsp:nvSpPr>
      <dsp:spPr>
        <a:xfrm>
          <a:off x="555853" y="1530621"/>
          <a:ext cx="1020414" cy="10204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94356-C0B4-497D-BA0F-3D385237A32B}">
      <dsp:nvSpPr>
        <dsp:cNvPr id="0" name=""/>
        <dsp:cNvSpPr/>
      </dsp:nvSpPr>
      <dsp:spPr>
        <a:xfrm>
          <a:off x="1066060" y="2857372"/>
          <a:ext cx="9780924" cy="816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96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Limited real-time analytical decision support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66060" y="2857372"/>
        <a:ext cx="9780924" cy="816331"/>
      </dsp:txXfrm>
    </dsp:sp>
    <dsp:sp modelId="{4D048F51-0A8B-47C6-9BFA-FBE523D05804}">
      <dsp:nvSpPr>
        <dsp:cNvPr id="0" name=""/>
        <dsp:cNvSpPr/>
      </dsp:nvSpPr>
      <dsp:spPr>
        <a:xfrm>
          <a:off x="555853" y="2755331"/>
          <a:ext cx="1020414" cy="10204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E3F8E-AD78-4403-9AC7-3425E3600552}">
      <dsp:nvSpPr>
        <dsp:cNvPr id="0" name=""/>
        <dsp:cNvSpPr/>
      </dsp:nvSpPr>
      <dsp:spPr>
        <a:xfrm>
          <a:off x="598038" y="4082082"/>
          <a:ext cx="10248945" cy="816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96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Inefficient integration of cost information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8038" y="4082082"/>
        <a:ext cx="10248945" cy="816331"/>
      </dsp:txXfrm>
    </dsp:sp>
    <dsp:sp modelId="{1071E45F-4A00-46EA-8966-D39323C1AFB1}">
      <dsp:nvSpPr>
        <dsp:cNvPr id="0" name=""/>
        <dsp:cNvSpPr/>
      </dsp:nvSpPr>
      <dsp:spPr>
        <a:xfrm>
          <a:off x="87831" y="3980040"/>
          <a:ext cx="1020414" cy="10204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7DCB1-3458-4472-84C6-2FC20015C9DD}">
      <dsp:nvSpPr>
        <dsp:cNvPr id="0" name=""/>
        <dsp:cNvSpPr/>
      </dsp:nvSpPr>
      <dsp:spPr>
        <a:xfrm>
          <a:off x="0" y="4302920"/>
          <a:ext cx="16952430" cy="9413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Need evidence-based evaluation frameworks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302920"/>
        <a:ext cx="16952430" cy="941373"/>
      </dsp:txXfrm>
    </dsp:sp>
    <dsp:sp modelId="{A954609B-EA6B-463B-BE98-71A750D2D20A}">
      <dsp:nvSpPr>
        <dsp:cNvPr id="0" name=""/>
        <dsp:cNvSpPr/>
      </dsp:nvSpPr>
      <dsp:spPr>
        <a:xfrm rot="10800000">
          <a:off x="0" y="2869208"/>
          <a:ext cx="16952430" cy="144783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Inconsistent dashboard adoption across organisations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869208"/>
        <a:ext cx="16952430" cy="940758"/>
      </dsp:txXfrm>
    </dsp:sp>
    <dsp:sp modelId="{CAC31CC8-A903-4170-8C6D-A8D531159C84}">
      <dsp:nvSpPr>
        <dsp:cNvPr id="0" name=""/>
        <dsp:cNvSpPr/>
      </dsp:nvSpPr>
      <dsp:spPr>
        <a:xfrm rot="10800000">
          <a:off x="0" y="1435495"/>
          <a:ext cx="16952430" cy="144783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Limited focus on estimation-specific dashboard impacts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1435495"/>
        <a:ext cx="16952430" cy="940758"/>
      </dsp:txXfrm>
    </dsp:sp>
    <dsp:sp modelId="{E754A525-0A97-46C0-900B-26CC0807589F}">
      <dsp:nvSpPr>
        <dsp:cNvPr id="0" name=""/>
        <dsp:cNvSpPr/>
      </dsp:nvSpPr>
      <dsp:spPr>
        <a:xfrm rot="10800000">
          <a:off x="0" y="1783"/>
          <a:ext cx="16952430" cy="1447832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Dashboard benefits remain underexplored empirically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1783"/>
        <a:ext cx="16952430" cy="940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0079D-65FD-46EE-98CE-654E1D5B8F07}">
      <dsp:nvSpPr>
        <dsp:cNvPr id="0" name=""/>
        <dsp:cNvSpPr/>
      </dsp:nvSpPr>
      <dsp:spPr>
        <a:xfrm>
          <a:off x="0" y="0"/>
          <a:ext cx="12231935" cy="11165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How are dashboards currently applied within construction and real estate project environments?</a:t>
          </a:r>
          <a:endParaRPr lang="en-IN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703" y="32703"/>
        <a:ext cx="10896450" cy="1051146"/>
      </dsp:txXfrm>
    </dsp:sp>
    <dsp:sp modelId="{2FF8CF2E-A586-4AC5-9E1C-6EF76D182F3E}">
      <dsp:nvSpPr>
        <dsp:cNvPr id="0" name=""/>
        <dsp:cNvSpPr/>
      </dsp:nvSpPr>
      <dsp:spPr>
        <a:xfrm>
          <a:off x="913423" y="1271629"/>
          <a:ext cx="12231935" cy="11165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What benefits and limitations of dashboard use have been identified in existing literature on construction and cost estimation?</a:t>
          </a:r>
          <a:endParaRPr lang="en-IN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46126" y="1304332"/>
        <a:ext cx="10527346" cy="1051146"/>
      </dsp:txXfrm>
    </dsp:sp>
    <dsp:sp modelId="{10F57998-6168-4446-963B-CED461E8B218}">
      <dsp:nvSpPr>
        <dsp:cNvPr id="0" name=""/>
        <dsp:cNvSpPr/>
      </dsp:nvSpPr>
      <dsp:spPr>
        <a:xfrm>
          <a:off x="1826847" y="2543259"/>
          <a:ext cx="12231935" cy="11165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 what ways do dashboards improve or influence cost estimation workflows in construction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organisations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?</a:t>
          </a:r>
          <a:endParaRPr lang="en-IN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59550" y="2575962"/>
        <a:ext cx="10527346" cy="1051146"/>
      </dsp:txXfrm>
    </dsp:sp>
    <dsp:sp modelId="{EAA9FDC3-4FEE-4DEC-9201-694B0DF44B1C}">
      <dsp:nvSpPr>
        <dsp:cNvPr id="0" name=""/>
        <dsp:cNvSpPr/>
      </dsp:nvSpPr>
      <dsp:spPr>
        <a:xfrm>
          <a:off x="2740271" y="3814888"/>
          <a:ext cx="12231935" cy="11165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what extent do dashboards support predictive or analytical decision-making during the estimation process?</a:t>
          </a:r>
          <a:endParaRPr lang="en-IN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72974" y="3847591"/>
        <a:ext cx="10527346" cy="1051146"/>
      </dsp:txXfrm>
    </dsp:sp>
    <dsp:sp modelId="{B92429B4-84A6-4D32-9658-AA68866907C3}">
      <dsp:nvSpPr>
        <dsp:cNvPr id="0" name=""/>
        <dsp:cNvSpPr/>
      </dsp:nvSpPr>
      <dsp:spPr>
        <a:xfrm>
          <a:off x="3653694" y="5086518"/>
          <a:ext cx="12231935" cy="11165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What gaps exist in current dashboard practices where AI-driven or advanced analytical dashboards could provide additional value??</a:t>
          </a:r>
          <a:endParaRPr lang="en-IN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86397" y="5119221"/>
        <a:ext cx="10527346" cy="1051146"/>
      </dsp:txXfrm>
    </dsp:sp>
    <dsp:sp modelId="{EC0D68E2-1CD3-40B6-8E67-4265FF681B54}">
      <dsp:nvSpPr>
        <dsp:cNvPr id="0" name=""/>
        <dsp:cNvSpPr/>
      </dsp:nvSpPr>
      <dsp:spPr>
        <a:xfrm>
          <a:off x="11506175" y="815703"/>
          <a:ext cx="725759" cy="725759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11669471" y="815703"/>
        <a:ext cx="399167" cy="546134"/>
      </dsp:txXfrm>
    </dsp:sp>
    <dsp:sp modelId="{022D0842-7CFC-4B1D-9310-2792224334CD}">
      <dsp:nvSpPr>
        <dsp:cNvPr id="0" name=""/>
        <dsp:cNvSpPr/>
      </dsp:nvSpPr>
      <dsp:spPr>
        <a:xfrm>
          <a:off x="12419599" y="2087333"/>
          <a:ext cx="725759" cy="725759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12582895" y="2087333"/>
        <a:ext cx="399167" cy="546134"/>
      </dsp:txXfrm>
    </dsp:sp>
    <dsp:sp modelId="{DEFB2AF0-6C6F-4372-80B3-593DCDBD795A}">
      <dsp:nvSpPr>
        <dsp:cNvPr id="0" name=""/>
        <dsp:cNvSpPr/>
      </dsp:nvSpPr>
      <dsp:spPr>
        <a:xfrm>
          <a:off x="13333023" y="3340353"/>
          <a:ext cx="725759" cy="725759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13496319" y="3340353"/>
        <a:ext cx="399167" cy="546134"/>
      </dsp:txXfrm>
    </dsp:sp>
    <dsp:sp modelId="{FBA70613-3277-4A2B-B84E-A9F09DBA557D}">
      <dsp:nvSpPr>
        <dsp:cNvPr id="0" name=""/>
        <dsp:cNvSpPr/>
      </dsp:nvSpPr>
      <dsp:spPr>
        <a:xfrm>
          <a:off x="14246446" y="4624389"/>
          <a:ext cx="725759" cy="725759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300" kern="1200"/>
        </a:p>
      </dsp:txBody>
      <dsp:txXfrm>
        <a:off x="14409742" y="4624389"/>
        <a:ext cx="399167" cy="5461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15CA5-9C66-497C-98C0-FEC4365C60AA}">
      <dsp:nvSpPr>
        <dsp:cNvPr id="0" name=""/>
        <dsp:cNvSpPr/>
      </dsp:nvSpPr>
      <dsp:spPr>
        <a:xfrm>
          <a:off x="-6733064" y="-1029551"/>
          <a:ext cx="8013471" cy="8013471"/>
        </a:xfrm>
        <a:prstGeom prst="blockArc">
          <a:avLst>
            <a:gd name="adj1" fmla="val 18900000"/>
            <a:gd name="adj2" fmla="val 2700000"/>
            <a:gd name="adj3" fmla="val 270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2D5E3-3F76-4ECB-B84B-8E6322ECF4A4}">
      <dsp:nvSpPr>
        <dsp:cNvPr id="0" name=""/>
        <dsp:cNvSpPr/>
      </dsp:nvSpPr>
      <dsp:spPr>
        <a:xfrm>
          <a:off x="669971" y="457771"/>
          <a:ext cx="9721629" cy="9160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709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Dashboards central to business intelligence systems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9971" y="457771"/>
        <a:ext cx="9721629" cy="916020"/>
      </dsp:txXfrm>
    </dsp:sp>
    <dsp:sp modelId="{CE5881A3-C86E-4BEE-9733-A17CDAD24147}">
      <dsp:nvSpPr>
        <dsp:cNvPr id="0" name=""/>
        <dsp:cNvSpPr/>
      </dsp:nvSpPr>
      <dsp:spPr>
        <a:xfrm>
          <a:off x="97458" y="343269"/>
          <a:ext cx="1145025" cy="11450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0B753-5F98-4999-A580-A79F69CC309D}">
      <dsp:nvSpPr>
        <dsp:cNvPr id="0" name=""/>
        <dsp:cNvSpPr/>
      </dsp:nvSpPr>
      <dsp:spPr>
        <a:xfrm>
          <a:off x="1195146" y="1832040"/>
          <a:ext cx="9196453" cy="9160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709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Enable data integration and visual analytics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95146" y="1832040"/>
        <a:ext cx="9196453" cy="916020"/>
      </dsp:txXfrm>
    </dsp:sp>
    <dsp:sp modelId="{25E845AB-7785-4CC1-9E7A-104430BC739F}">
      <dsp:nvSpPr>
        <dsp:cNvPr id="0" name=""/>
        <dsp:cNvSpPr/>
      </dsp:nvSpPr>
      <dsp:spPr>
        <a:xfrm>
          <a:off x="622633" y="1717537"/>
          <a:ext cx="1145025" cy="11450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84576-7BA2-429E-9925-30ABA95D27BB}">
      <dsp:nvSpPr>
        <dsp:cNvPr id="0" name=""/>
        <dsp:cNvSpPr/>
      </dsp:nvSpPr>
      <dsp:spPr>
        <a:xfrm>
          <a:off x="1195146" y="3206308"/>
          <a:ext cx="9196453" cy="9160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709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 managerial decision-making processes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95146" y="3206308"/>
        <a:ext cx="9196453" cy="916020"/>
      </dsp:txXfrm>
    </dsp:sp>
    <dsp:sp modelId="{45EC1DC5-68DE-4208-869A-310DA7863827}">
      <dsp:nvSpPr>
        <dsp:cNvPr id="0" name=""/>
        <dsp:cNvSpPr/>
      </dsp:nvSpPr>
      <dsp:spPr>
        <a:xfrm>
          <a:off x="622633" y="3091806"/>
          <a:ext cx="1145025" cy="11450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18A75-AA16-41B9-AB16-65B5543F2676}">
      <dsp:nvSpPr>
        <dsp:cNvPr id="0" name=""/>
        <dsp:cNvSpPr/>
      </dsp:nvSpPr>
      <dsp:spPr>
        <a:xfrm>
          <a:off x="669971" y="4580576"/>
          <a:ext cx="9721629" cy="9160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7091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Reduce uncertainty in cost-related decisions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69971" y="4580576"/>
        <a:ext cx="9721629" cy="916020"/>
      </dsp:txXfrm>
    </dsp:sp>
    <dsp:sp modelId="{C183531B-2451-4107-AB9B-CD13AAAF68B3}">
      <dsp:nvSpPr>
        <dsp:cNvPr id="0" name=""/>
        <dsp:cNvSpPr/>
      </dsp:nvSpPr>
      <dsp:spPr>
        <a:xfrm>
          <a:off x="97458" y="4466074"/>
          <a:ext cx="1145025" cy="11450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A8CB8-5B72-495C-8FDB-7ED51F4158C1}">
      <dsp:nvSpPr>
        <dsp:cNvPr id="0" name=""/>
        <dsp:cNvSpPr/>
      </dsp:nvSpPr>
      <dsp:spPr>
        <a:xfrm>
          <a:off x="0" y="554609"/>
          <a:ext cx="10380132" cy="856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4FA03-1CF9-41BA-B9AE-270744625228}">
      <dsp:nvSpPr>
        <dsp:cNvPr id="0" name=""/>
        <dsp:cNvSpPr/>
      </dsp:nvSpPr>
      <dsp:spPr>
        <a:xfrm>
          <a:off x="519006" y="52769"/>
          <a:ext cx="7266092" cy="100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41" tIns="0" rIns="27464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Integrate cost, schedule, procurement data</a:t>
          </a:r>
          <a:endParaRPr lang="en-IN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8002" y="101765"/>
        <a:ext cx="7168100" cy="905688"/>
      </dsp:txXfrm>
    </dsp:sp>
    <dsp:sp modelId="{8FB8DC6C-A668-4B9F-B16A-F08321CAE09C}">
      <dsp:nvSpPr>
        <dsp:cNvPr id="0" name=""/>
        <dsp:cNvSpPr/>
      </dsp:nvSpPr>
      <dsp:spPr>
        <a:xfrm>
          <a:off x="0" y="2096849"/>
          <a:ext cx="10380132" cy="856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162D2-8333-49C9-A486-6EBC0DFE8A03}">
      <dsp:nvSpPr>
        <dsp:cNvPr id="0" name=""/>
        <dsp:cNvSpPr/>
      </dsp:nvSpPr>
      <dsp:spPr>
        <a:xfrm>
          <a:off x="519006" y="1595009"/>
          <a:ext cx="7266092" cy="100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41" tIns="0" rIns="27464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Enable real-time cost variance monitoring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8002" y="1644005"/>
        <a:ext cx="7168100" cy="905688"/>
      </dsp:txXfrm>
    </dsp:sp>
    <dsp:sp modelId="{F9353525-D90D-467D-A9B0-5AE211F94567}">
      <dsp:nvSpPr>
        <dsp:cNvPr id="0" name=""/>
        <dsp:cNvSpPr/>
      </dsp:nvSpPr>
      <dsp:spPr>
        <a:xfrm>
          <a:off x="0" y="3639089"/>
          <a:ext cx="10380132" cy="856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DDDE9-B864-4B30-938D-D0BDE003A81B}">
      <dsp:nvSpPr>
        <dsp:cNvPr id="0" name=""/>
        <dsp:cNvSpPr/>
      </dsp:nvSpPr>
      <dsp:spPr>
        <a:xfrm>
          <a:off x="519006" y="3137249"/>
          <a:ext cx="7266092" cy="100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41" tIns="0" rIns="27464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Improve transparency of estimation processes</a:t>
          </a:r>
          <a:endParaRPr lang="en-IN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8002" y="3186245"/>
        <a:ext cx="7168100" cy="905688"/>
      </dsp:txXfrm>
    </dsp:sp>
    <dsp:sp modelId="{0DCBC78C-2B3C-4B3F-8D37-53DF30992516}">
      <dsp:nvSpPr>
        <dsp:cNvPr id="0" name=""/>
        <dsp:cNvSpPr/>
      </dsp:nvSpPr>
      <dsp:spPr>
        <a:xfrm>
          <a:off x="0" y="5181329"/>
          <a:ext cx="10380132" cy="856799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FFD79-DBEC-445E-BE08-0669A58E96AB}">
      <dsp:nvSpPr>
        <dsp:cNvPr id="0" name=""/>
        <dsp:cNvSpPr/>
      </dsp:nvSpPr>
      <dsp:spPr>
        <a:xfrm>
          <a:off x="519006" y="4679489"/>
          <a:ext cx="7266092" cy="100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4641" tIns="0" rIns="274641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 estimator collaboration and communication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8002" y="4728485"/>
        <a:ext cx="7168100" cy="9056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BE590-A8EF-4EEA-983A-46904F319D40}">
      <dsp:nvSpPr>
        <dsp:cNvPr id="0" name=""/>
        <dsp:cNvSpPr/>
      </dsp:nvSpPr>
      <dsp:spPr>
        <a:xfrm>
          <a:off x="0" y="32575"/>
          <a:ext cx="8689097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Improve reporting speed and accuracy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72" y="90147"/>
        <a:ext cx="8573953" cy="1064216"/>
      </dsp:txXfrm>
    </dsp:sp>
    <dsp:sp modelId="{CB6E6928-3D3C-4518-9197-21910ABBBB00}">
      <dsp:nvSpPr>
        <dsp:cNvPr id="0" name=""/>
        <dsp:cNvSpPr/>
      </dsp:nvSpPr>
      <dsp:spPr>
        <a:xfrm>
          <a:off x="0" y="1393375"/>
          <a:ext cx="8689097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Reduce manual data handling errors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72" y="1450947"/>
        <a:ext cx="8573953" cy="1064216"/>
      </dsp:txXfrm>
    </dsp:sp>
    <dsp:sp modelId="{DD07131B-5712-492A-B904-273B535F603D}">
      <dsp:nvSpPr>
        <dsp:cNvPr id="0" name=""/>
        <dsp:cNvSpPr/>
      </dsp:nvSpPr>
      <dsp:spPr>
        <a:xfrm>
          <a:off x="0" y="2754175"/>
          <a:ext cx="8689097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Limited by data quality issues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72" y="2811747"/>
        <a:ext cx="8573953" cy="1064216"/>
      </dsp:txXfrm>
    </dsp:sp>
    <dsp:sp modelId="{8219DACF-8F4D-469E-8103-9C4015C27EE1}">
      <dsp:nvSpPr>
        <dsp:cNvPr id="0" name=""/>
        <dsp:cNvSpPr/>
      </dsp:nvSpPr>
      <dsp:spPr>
        <a:xfrm>
          <a:off x="0" y="4114975"/>
          <a:ext cx="8689097" cy="1179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Require user skills and training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72" y="4172547"/>
        <a:ext cx="8573953" cy="10642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AE1D9-DFBD-46F3-986B-83EDA23068C9}">
      <dsp:nvSpPr>
        <dsp:cNvPr id="0" name=""/>
        <dsp:cNvSpPr/>
      </dsp:nvSpPr>
      <dsp:spPr>
        <a:xfrm>
          <a:off x="0" y="0"/>
          <a:ext cx="9012136" cy="11560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Support forecasting and predictive cost analysis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58" y="33858"/>
        <a:ext cx="7667026" cy="1088296"/>
      </dsp:txXfrm>
    </dsp:sp>
    <dsp:sp modelId="{D5B82422-E538-4C4B-9772-99841D940C1F}">
      <dsp:nvSpPr>
        <dsp:cNvPr id="0" name=""/>
        <dsp:cNvSpPr/>
      </dsp:nvSpPr>
      <dsp:spPr>
        <a:xfrm>
          <a:off x="754766" y="1366196"/>
          <a:ext cx="9012136" cy="11560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Enable early identification of cost overruns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88624" y="1400054"/>
        <a:ext cx="7438245" cy="1088296"/>
      </dsp:txXfrm>
    </dsp:sp>
    <dsp:sp modelId="{3B319A44-0BDD-4B0C-9464-E6934AF12777}">
      <dsp:nvSpPr>
        <dsp:cNvPr id="0" name=""/>
        <dsp:cNvSpPr/>
      </dsp:nvSpPr>
      <dsp:spPr>
        <a:xfrm>
          <a:off x="1498267" y="2732392"/>
          <a:ext cx="9012136" cy="11560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Underutilised due to technical complexity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2125" y="2766250"/>
        <a:ext cx="7449510" cy="1088296"/>
      </dsp:txXfrm>
    </dsp:sp>
    <dsp:sp modelId="{82BDB79F-7C58-46FD-A23D-143EA7E5675F}">
      <dsp:nvSpPr>
        <dsp:cNvPr id="0" name=""/>
        <dsp:cNvSpPr/>
      </dsp:nvSpPr>
      <dsp:spPr>
        <a:xfrm>
          <a:off x="2253033" y="4098588"/>
          <a:ext cx="9012136" cy="11560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Offer future research opportunities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86891" y="4132446"/>
        <a:ext cx="7438245" cy="1088296"/>
      </dsp:txXfrm>
    </dsp:sp>
    <dsp:sp modelId="{159F790D-1B8A-4BE3-88F5-BB71A37E8DAC}">
      <dsp:nvSpPr>
        <dsp:cNvPr id="0" name=""/>
        <dsp:cNvSpPr/>
      </dsp:nvSpPr>
      <dsp:spPr>
        <a:xfrm>
          <a:off x="8260728" y="885400"/>
          <a:ext cx="751407" cy="7514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/>
        </a:p>
      </dsp:txBody>
      <dsp:txXfrm>
        <a:off x="8429795" y="885400"/>
        <a:ext cx="413273" cy="565434"/>
      </dsp:txXfrm>
    </dsp:sp>
    <dsp:sp modelId="{8B090B90-166F-4440-9C1C-541C1EA9C987}">
      <dsp:nvSpPr>
        <dsp:cNvPr id="0" name=""/>
        <dsp:cNvSpPr/>
      </dsp:nvSpPr>
      <dsp:spPr>
        <a:xfrm>
          <a:off x="9015494" y="2251596"/>
          <a:ext cx="751407" cy="7514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/>
        </a:p>
      </dsp:txBody>
      <dsp:txXfrm>
        <a:off x="9184561" y="2251596"/>
        <a:ext cx="413273" cy="565434"/>
      </dsp:txXfrm>
    </dsp:sp>
    <dsp:sp modelId="{AA5278AE-E86F-44C5-B4F5-A6F50509A83A}">
      <dsp:nvSpPr>
        <dsp:cNvPr id="0" name=""/>
        <dsp:cNvSpPr/>
      </dsp:nvSpPr>
      <dsp:spPr>
        <a:xfrm>
          <a:off x="9758995" y="3617792"/>
          <a:ext cx="751407" cy="751407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400" kern="1200"/>
        </a:p>
      </dsp:txBody>
      <dsp:txXfrm>
        <a:off x="9928062" y="3617792"/>
        <a:ext cx="413273" cy="5654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67699B-C10A-4C55-B7D9-A7397CA08D18}">
      <dsp:nvSpPr>
        <dsp:cNvPr id="0" name=""/>
        <dsp:cNvSpPr/>
      </dsp:nvSpPr>
      <dsp:spPr>
        <a:xfrm>
          <a:off x="0" y="3970149"/>
          <a:ext cx="17414044" cy="8685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 and replicable research design</a:t>
          </a:r>
          <a:endParaRPr lang="en-IN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970149"/>
        <a:ext cx="17414044" cy="868571"/>
      </dsp:txXfrm>
    </dsp:sp>
    <dsp:sp modelId="{FC9FFB50-C4CF-49B7-B81D-EE0F3B1331CE}">
      <dsp:nvSpPr>
        <dsp:cNvPr id="0" name=""/>
        <dsp:cNvSpPr/>
      </dsp:nvSpPr>
      <dsp:spPr>
        <a:xfrm rot="10800000">
          <a:off x="0" y="2647315"/>
          <a:ext cx="17414044" cy="1335863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Focus on measurable relationships</a:t>
          </a:r>
          <a:endParaRPr lang="en-IN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647315"/>
        <a:ext cx="17414044" cy="868004"/>
      </dsp:txXfrm>
    </dsp:sp>
    <dsp:sp modelId="{17201A76-2319-40D9-9AA8-7A2F5D8A15C1}">
      <dsp:nvSpPr>
        <dsp:cNvPr id="0" name=""/>
        <dsp:cNvSpPr/>
      </dsp:nvSpPr>
      <dsp:spPr>
        <a:xfrm rot="10800000">
          <a:off x="0" y="1324480"/>
          <a:ext cx="17414044" cy="1335863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Quantitative research approach applied</a:t>
          </a:r>
          <a:endParaRPr lang="en-IN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1324480"/>
        <a:ext cx="17414044" cy="868004"/>
      </dsp:txXfrm>
    </dsp:sp>
    <dsp:sp modelId="{B97B0AA2-EC90-451E-A2AF-364960F296DA}">
      <dsp:nvSpPr>
        <dsp:cNvPr id="0" name=""/>
        <dsp:cNvSpPr/>
      </dsp:nvSpPr>
      <dsp:spPr>
        <a:xfrm rot="10800000">
          <a:off x="0" y="1645"/>
          <a:ext cx="17414044" cy="1335863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Positivist research philosophy adopted</a:t>
          </a:r>
          <a:endParaRPr lang="en-IN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1645"/>
        <a:ext cx="17414044" cy="86800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80DB38-288B-4B03-BFA3-165944438878}">
      <dsp:nvSpPr>
        <dsp:cNvPr id="0" name=""/>
        <dsp:cNvSpPr/>
      </dsp:nvSpPr>
      <dsp:spPr>
        <a:xfrm rot="4396374">
          <a:off x="3824529" y="1377333"/>
          <a:ext cx="5975089" cy="4166880"/>
        </a:xfrm>
        <a:prstGeom prst="swooshArrow">
          <a:avLst>
            <a:gd name="adj1" fmla="val 16310"/>
            <a:gd name="adj2" fmla="val 313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2E1CE-96A5-45D1-9409-23B6AC0A1D67}">
      <dsp:nvSpPr>
        <dsp:cNvPr id="0" name=""/>
        <dsp:cNvSpPr/>
      </dsp:nvSpPr>
      <dsp:spPr>
        <a:xfrm>
          <a:off x="6062816" y="1921421"/>
          <a:ext cx="150889" cy="150889"/>
        </a:xfrm>
        <a:prstGeom prst="ellipse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5DCA4-21A5-4ABC-8E1E-5A363AB4B73F}">
      <dsp:nvSpPr>
        <dsp:cNvPr id="0" name=""/>
        <dsp:cNvSpPr/>
      </dsp:nvSpPr>
      <dsp:spPr>
        <a:xfrm>
          <a:off x="7095996" y="2754775"/>
          <a:ext cx="150889" cy="150889"/>
        </a:xfrm>
        <a:prstGeom prst="ellipse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214A0-6DC7-48CE-A836-1FD48DBB832B}">
      <dsp:nvSpPr>
        <dsp:cNvPr id="0" name=""/>
        <dsp:cNvSpPr/>
      </dsp:nvSpPr>
      <dsp:spPr>
        <a:xfrm>
          <a:off x="7870309" y="3729329"/>
          <a:ext cx="150889" cy="150889"/>
        </a:xfrm>
        <a:prstGeom prst="ellipse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2EC09F-7851-4F5D-8333-FCD6A382C410}">
      <dsp:nvSpPr>
        <dsp:cNvPr id="0" name=""/>
        <dsp:cNvSpPr/>
      </dsp:nvSpPr>
      <dsp:spPr>
        <a:xfrm>
          <a:off x="3423977" y="0"/>
          <a:ext cx="2817069" cy="11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Survey-based research design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23977" y="0"/>
        <a:ext cx="2817069" cy="1107447"/>
      </dsp:txXfrm>
    </dsp:sp>
    <dsp:sp modelId="{CB397EB8-4AD5-4425-B9A2-6EA94639B748}">
      <dsp:nvSpPr>
        <dsp:cNvPr id="0" name=""/>
        <dsp:cNvSpPr/>
      </dsp:nvSpPr>
      <dsp:spPr>
        <a:xfrm>
          <a:off x="6926279" y="1443142"/>
          <a:ext cx="4111398" cy="11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Structured questionnaire using Likert scales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26279" y="1443142"/>
        <a:ext cx="4111398" cy="1107447"/>
      </dsp:txXfrm>
    </dsp:sp>
    <dsp:sp modelId="{7B7AF93C-05A8-426D-BC86-CFAB15C3F669}">
      <dsp:nvSpPr>
        <dsp:cNvPr id="0" name=""/>
        <dsp:cNvSpPr/>
      </dsp:nvSpPr>
      <dsp:spPr>
        <a:xfrm>
          <a:off x="3423977" y="2276496"/>
          <a:ext cx="3273891" cy="11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Target construction and real estate professionals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23977" y="2276496"/>
        <a:ext cx="3273891" cy="1107447"/>
      </dsp:txXfrm>
    </dsp:sp>
    <dsp:sp modelId="{B595046C-6180-46EE-A5E8-8AE957344CE8}">
      <dsp:nvSpPr>
        <dsp:cNvPr id="0" name=""/>
        <dsp:cNvSpPr/>
      </dsp:nvSpPr>
      <dsp:spPr>
        <a:xfrm>
          <a:off x="8525157" y="3251050"/>
          <a:ext cx="2512521" cy="11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Purposive sampling strategy applied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25157" y="3251050"/>
        <a:ext cx="2512521" cy="1107447"/>
      </dsp:txXfrm>
    </dsp:sp>
    <dsp:sp modelId="{14F3FF96-2BA5-47BA-B943-A678D6448A89}">
      <dsp:nvSpPr>
        <dsp:cNvPr id="0" name=""/>
        <dsp:cNvSpPr/>
      </dsp:nvSpPr>
      <dsp:spPr>
        <a:xfrm>
          <a:off x="7230828" y="5814099"/>
          <a:ext cx="3806850" cy="1107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30828" y="5814099"/>
        <a:ext cx="3806850" cy="110744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19B185-1257-4791-BABA-4F96BC582EFE}">
      <dsp:nvSpPr>
        <dsp:cNvPr id="0" name=""/>
        <dsp:cNvSpPr/>
      </dsp:nvSpPr>
      <dsp:spPr>
        <a:xfrm>
          <a:off x="-6307524" y="-964858"/>
          <a:ext cx="7507961" cy="7507961"/>
        </a:xfrm>
        <a:prstGeom prst="blockArc">
          <a:avLst>
            <a:gd name="adj1" fmla="val 18900000"/>
            <a:gd name="adj2" fmla="val 2700000"/>
            <a:gd name="adj3" fmla="val 288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61BB8A-C7E3-4CA2-8C4A-6AA125816AF4}">
      <dsp:nvSpPr>
        <dsp:cNvPr id="0" name=""/>
        <dsp:cNvSpPr/>
      </dsp:nvSpPr>
      <dsp:spPr>
        <a:xfrm>
          <a:off x="628219" y="428855"/>
          <a:ext cx="16332072" cy="858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1162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Data analyzed using SPSS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8219" y="428855"/>
        <a:ext cx="16332072" cy="858157"/>
      </dsp:txXfrm>
    </dsp:sp>
    <dsp:sp modelId="{CEDC2290-91BD-448D-9137-28455A4CA93A}">
      <dsp:nvSpPr>
        <dsp:cNvPr id="0" name=""/>
        <dsp:cNvSpPr/>
      </dsp:nvSpPr>
      <dsp:spPr>
        <a:xfrm>
          <a:off x="91870" y="321585"/>
          <a:ext cx="1072696" cy="1072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7EC94-F4BB-430D-B98F-11B85F7FFFE0}">
      <dsp:nvSpPr>
        <dsp:cNvPr id="0" name=""/>
        <dsp:cNvSpPr/>
      </dsp:nvSpPr>
      <dsp:spPr>
        <a:xfrm>
          <a:off x="1120220" y="1716314"/>
          <a:ext cx="15840071" cy="858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1162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Descriptive statistics summarise responses</a:t>
          </a:r>
          <a:endParaRPr lang="en-IN" sz="3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0220" y="1716314"/>
        <a:ext cx="15840071" cy="858157"/>
      </dsp:txXfrm>
    </dsp:sp>
    <dsp:sp modelId="{90A64D65-7B5B-409E-B932-C3283603CB82}">
      <dsp:nvSpPr>
        <dsp:cNvPr id="0" name=""/>
        <dsp:cNvSpPr/>
      </dsp:nvSpPr>
      <dsp:spPr>
        <a:xfrm>
          <a:off x="583871" y="1609044"/>
          <a:ext cx="1072696" cy="1072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25FCC1-0434-4C9E-93AD-8E11A395DD6E}">
      <dsp:nvSpPr>
        <dsp:cNvPr id="0" name=""/>
        <dsp:cNvSpPr/>
      </dsp:nvSpPr>
      <dsp:spPr>
        <a:xfrm>
          <a:off x="1120220" y="3003773"/>
          <a:ext cx="15840071" cy="858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1162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 tests dashboard-estimation relationship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0220" y="3003773"/>
        <a:ext cx="15840071" cy="858157"/>
      </dsp:txXfrm>
    </dsp:sp>
    <dsp:sp modelId="{BDC792A8-C8E1-442B-A90F-16773DDA6C21}">
      <dsp:nvSpPr>
        <dsp:cNvPr id="0" name=""/>
        <dsp:cNvSpPr/>
      </dsp:nvSpPr>
      <dsp:spPr>
        <a:xfrm>
          <a:off x="583871" y="2896503"/>
          <a:ext cx="1072696" cy="1072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D61A4-9D68-4E37-8383-25C412E3FBA4}">
      <dsp:nvSpPr>
        <dsp:cNvPr id="0" name=""/>
        <dsp:cNvSpPr/>
      </dsp:nvSpPr>
      <dsp:spPr>
        <a:xfrm>
          <a:off x="628219" y="4291232"/>
          <a:ext cx="16332072" cy="858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1162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Findings presented in aggregated form</a:t>
          </a:r>
          <a:endParaRPr lang="en-IN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8219" y="4291232"/>
        <a:ext cx="16332072" cy="858157"/>
      </dsp:txXfrm>
    </dsp:sp>
    <dsp:sp modelId="{1366F84E-039F-4E20-8DDF-B887408BDC51}">
      <dsp:nvSpPr>
        <dsp:cNvPr id="0" name=""/>
        <dsp:cNvSpPr/>
      </dsp:nvSpPr>
      <dsp:spPr>
        <a:xfrm>
          <a:off x="91870" y="4183962"/>
          <a:ext cx="1072696" cy="10726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B3A82-03AF-4879-871C-3DC09447B378}">
      <dsp:nvSpPr>
        <dsp:cNvPr id="0" name=""/>
        <dsp:cNvSpPr/>
      </dsp:nvSpPr>
      <dsp:spPr>
        <a:xfrm>
          <a:off x="0" y="3994739"/>
          <a:ext cx="17375897" cy="8739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Minimal risk to participants</a:t>
          </a:r>
          <a:endParaRPr lang="en-IN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994739"/>
        <a:ext cx="17375897" cy="873951"/>
      </dsp:txXfrm>
    </dsp:sp>
    <dsp:sp modelId="{53798FF8-FDC9-4501-9192-44B76A9B0DC6}">
      <dsp:nvSpPr>
        <dsp:cNvPr id="0" name=""/>
        <dsp:cNvSpPr/>
      </dsp:nvSpPr>
      <dsp:spPr>
        <a:xfrm rot="10800000">
          <a:off x="0" y="2663711"/>
          <a:ext cx="17375897" cy="1344137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Secure data storage and confidentiality</a:t>
          </a:r>
          <a:endParaRPr lang="en-IN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2663711"/>
        <a:ext cx="17375897" cy="873380"/>
      </dsp:txXfrm>
    </dsp:sp>
    <dsp:sp modelId="{EC855863-EAAC-400D-A0F0-26DFC153E041}">
      <dsp:nvSpPr>
        <dsp:cNvPr id="0" name=""/>
        <dsp:cNvSpPr/>
      </dsp:nvSpPr>
      <dsp:spPr>
        <a:xfrm rot="10800000">
          <a:off x="0" y="1332683"/>
          <a:ext cx="17375897" cy="1344137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Times New Roman" panose="02020603050405020304" pitchFamily="18" charset="0"/>
              <a:cs typeface="Times New Roman" panose="02020603050405020304" pitchFamily="18" charset="0"/>
            </a:rPr>
            <a:t>No personal or organizational identifiers</a:t>
          </a:r>
          <a:endParaRPr lang="en-IN" sz="3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1332683"/>
        <a:ext cx="17375897" cy="873380"/>
      </dsp:txXfrm>
    </dsp:sp>
    <dsp:sp modelId="{B83EB050-5166-4343-8581-323DC2AFD109}">
      <dsp:nvSpPr>
        <dsp:cNvPr id="0" name=""/>
        <dsp:cNvSpPr/>
      </dsp:nvSpPr>
      <dsp:spPr>
        <a:xfrm rot="10800000">
          <a:off x="0" y="1655"/>
          <a:ext cx="17375897" cy="1344137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Voluntary participation with informed consent</a:t>
          </a:r>
          <a:endParaRPr lang="en-IN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0" y="1655"/>
        <a:ext cx="17375897" cy="873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B66A4-8450-4805-94B6-51A6CDE8AF57}" type="datetimeFigureOut">
              <a:rPr lang="en-IN" smtClean="0"/>
              <a:t>26/01/26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E6BDA-0958-4A85-9863-34FE4CB34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98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35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0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411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214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265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681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756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18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051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35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717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389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638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976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156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6BDA-0958-4A85-9863-34FE4CB34C4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176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8.svg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diagramData" Target="../diagrams/data2.xm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2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Colors" Target="../diagrams/colors3.xml"/><Relationship Id="rId5" Type="http://schemas.openxmlformats.org/officeDocument/2006/relationships/image" Target="../media/image13.jpeg"/><Relationship Id="rId10" Type="http://schemas.openxmlformats.org/officeDocument/2006/relationships/diagramQuickStyle" Target="../diagrams/quickStyle3.xml"/><Relationship Id="rId4" Type="http://schemas.openxmlformats.org/officeDocument/2006/relationships/image" Target="../media/image2.svg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image" Target="../media/image1.png"/><Relationship Id="rId7" Type="http://schemas.openxmlformats.org/officeDocument/2006/relationships/diagramData" Target="../diagrams/data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4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4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image" Target="../media/image14.png"/><Relationship Id="rId7" Type="http://schemas.openxmlformats.org/officeDocument/2006/relationships/diagramData" Target="../diagrams/data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5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5.xml"/><Relationship Id="rId4" Type="http://schemas.openxmlformats.org/officeDocument/2006/relationships/image" Target="../media/image15.svg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image" Target="../media/image1.png"/><Relationship Id="rId7" Type="http://schemas.openxmlformats.org/officeDocument/2006/relationships/diagramData" Target="../diagrams/data6.xml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6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6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diagramData" Target="../diagrams/data7.xm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7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7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image" Target="../media/image1.png"/><Relationship Id="rId7" Type="http://schemas.openxmlformats.org/officeDocument/2006/relationships/diagramData" Target="../diagrams/data8.xml"/><Relationship Id="rId12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8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8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image" Target="../media/image1.png"/><Relationship Id="rId7" Type="http://schemas.openxmlformats.org/officeDocument/2006/relationships/diagramData" Target="../diagrams/data9.xm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9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9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image" Target="../media/image1.png"/><Relationship Id="rId7" Type="http://schemas.openxmlformats.org/officeDocument/2006/relationships/diagramData" Target="../diagrams/data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10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10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image" Target="../media/image1.png"/><Relationship Id="rId7" Type="http://schemas.openxmlformats.org/officeDocument/2006/relationships/diagramData" Target="../diagrams/data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11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11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image" Target="../media/image1.png"/><Relationship Id="rId7" Type="http://schemas.openxmlformats.org/officeDocument/2006/relationships/diagramData" Target="../diagrams/data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12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12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image" Target="../media/image1.png"/><Relationship Id="rId7" Type="http://schemas.openxmlformats.org/officeDocument/2006/relationships/diagramData" Target="../diagrams/data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microsoft.com/office/2007/relationships/diagramDrawing" Target="../diagrams/drawing13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13.xml"/><Relationship Id="rId4" Type="http://schemas.openxmlformats.org/officeDocument/2006/relationships/image" Target="../media/image2.svg"/><Relationship Id="rId9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rofile/Raymond-Ajax/publication/389680664_AI_for_Identifying_Cost_Overruns_and_Anomalies/links/67ccd307bab3d32d84402043/AI-for-Identifying-Cost-Overruns-and-Anomalies.pdf" TargetMode="External"/><Relationship Id="rId13" Type="http://schemas.openxmlformats.org/officeDocument/2006/relationships/hyperlink" Target="https://amberton.edu/wp-content/uploads/2025/07/RGS6035_E2_Fall2025.pdf" TargetMode="External"/><Relationship Id="rId18" Type="http://schemas.openxmlformats.org/officeDocument/2006/relationships/hyperlink" Target="https://www.researchgate.net/profile/Mohamed-Abdelhamid-4/publication/347361552_Improving_cost_estimation_in_construction_projects/links/6324458a0a70852150fb2022/Improving-cost-estimation-in-construction-projects.pdf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pasca.jurnalikhac.ac.id/index.php/cjotl/article/download/1345/462" TargetMode="External"/><Relationship Id="rId12" Type="http://schemas.openxmlformats.org/officeDocument/2006/relationships/hyperlink" Target="https://www.tandfonline.com/doi/pdf/10.1080/13645579.2024.2357558" TargetMode="External"/><Relationship Id="rId17" Type="http://schemas.openxmlformats.org/officeDocument/2006/relationships/hyperlink" Target="https://www.allmultidisciplinaryjournal.com/uploads/archives/20250620152857_MGE-2025-3-336.1.pdf" TargetMode="External"/><Relationship Id="rId2" Type="http://schemas.openxmlformats.org/officeDocument/2006/relationships/notesSlide" Target="../notesSlides/notesSlide16.xml"/><Relationship Id="rId16" Type="http://schemas.openxmlformats.org/officeDocument/2006/relationships/hyperlink" Target="https://www.researchgate.net/profile/Saeed-Bozorgmehr-Nia-2/publication/373138183_Achieving_Realistic_Cost_Estimates_in_Building_Construction_Projects_A_Reliability_Assessment_of_Pre-Construction_Stage_Cost_Estimates/links/64dbab80ad846e2882940f62/Achieving-Realistic-Cost-Estimates-in-Building-Construction-Projects-A-Reliability-Assessment-of-Pre-Construction-Stage-Cost-Estimates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hyperlink" Target="https://journals.sagepub.com/doi/pdf/10.1177/16094069231180160" TargetMode="External"/><Relationship Id="rId5" Type="http://schemas.openxmlformats.org/officeDocument/2006/relationships/image" Target="../media/image7.png"/><Relationship Id="rId15" Type="http://schemas.openxmlformats.org/officeDocument/2006/relationships/hyperlink" Target="https://researchportal.port.ac.uk/files/84969800/Enhancing_accuracy_in_construction_overhead_cost_estimation.pdf" TargetMode="External"/><Relationship Id="rId10" Type="http://schemas.openxmlformats.org/officeDocument/2006/relationships/hyperlink" Target="https://www.mdpi.com/2075-5309/12/7/902" TargetMode="External"/><Relationship Id="rId4" Type="http://schemas.openxmlformats.org/officeDocument/2006/relationships/image" Target="../media/image2.svg"/><Relationship Id="rId9" Type="http://schemas.openxmlformats.org/officeDocument/2006/relationships/hyperlink" Target="https://ijsir.org/index.php/IJSIR/article/download/23/23" TargetMode="External"/><Relationship Id="rId14" Type="http://schemas.openxmlformats.org/officeDocument/2006/relationships/hyperlink" Target="https://www.researchgate.net/profile/Lamiaa-Mohamed-4/publication/353147794_Factors_Affecting_the_Accuracy_of_Construction_Project_Cost_Estimation_in_Egypt/links/60e9afeb30e8e50c01f79773/Factors-Affecting-the-Accuracy-of-Construction-Project-Cost-Estimation-in-Egyp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TextBox 8"/>
          <p:cNvSpPr txBox="1"/>
          <p:nvPr/>
        </p:nvSpPr>
        <p:spPr>
          <a:xfrm>
            <a:off x="1986202" y="2160259"/>
            <a:ext cx="15240000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2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The Use of Dashboards in current business practice: </a:t>
            </a:r>
            <a:br>
              <a:rPr lang="en-US" sz="72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</a:br>
            <a:r>
              <a:rPr lang="en-US" sz="72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Enhancing cost estimation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3DE6F1-FEA8-2A5C-94F9-765CEAC6515B}"/>
              </a:ext>
            </a:extLst>
          </p:cNvPr>
          <p:cNvSpPr txBox="1"/>
          <p:nvPr/>
        </p:nvSpPr>
        <p:spPr>
          <a:xfrm>
            <a:off x="3281438" y="6475329"/>
            <a:ext cx="1249680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97"/>
              </a:lnSpc>
            </a:pPr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Course: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rPr>
              <a:t>Research Methods and Professional Practice</a:t>
            </a:r>
          </a:p>
          <a:p>
            <a:pPr algn="ctr">
              <a:lnSpc>
                <a:spcPts val="3997"/>
              </a:lnSpc>
            </a:pPr>
            <a:b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</a:br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Student Name: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 Rayyan Al Naqbi</a:t>
            </a:r>
          </a:p>
          <a:p>
            <a:pPr algn="ctr">
              <a:lnSpc>
                <a:spcPts val="3997"/>
              </a:lnSpc>
            </a:pP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lnSpc>
                <a:spcPts val="3997"/>
              </a:lnSpc>
              <a:buNone/>
            </a:pPr>
            <a:r>
              <a:rPr lang="en-US" sz="4000" b="1" u="sng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ID: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 32483 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267200" y="0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Introduction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A3FB96A-827A-C0E3-7AB5-04B0647D7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4072367"/>
              </p:ext>
            </p:extLst>
          </p:nvPr>
        </p:nvGraphicFramePr>
        <p:xfrm>
          <a:off x="486050" y="933531"/>
          <a:ext cx="9822380" cy="9374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E4EC86-5A01-7149-4F2D-4D9B1854E1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77600" y="1934312"/>
            <a:ext cx="6490997" cy="3311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52CA44-FBF8-370D-8EAD-02E863D41C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80956" y="5502059"/>
            <a:ext cx="6587641" cy="30002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71685" y="18538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Significance 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02</a:t>
            </a: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A5885D25-D365-246E-61D2-C31825989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9231094"/>
              </p:ext>
            </p:extLst>
          </p:nvPr>
        </p:nvGraphicFramePr>
        <p:xfrm>
          <a:off x="457200" y="1796701"/>
          <a:ext cx="10729564" cy="699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574B561F-7D3D-B7D2-9249-76FD86C432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24497" y="2103112"/>
            <a:ext cx="5787322" cy="31881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BDC9454-9EC2-D392-C517-EF5DAAA32B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24497" y="5443004"/>
            <a:ext cx="5787322" cy="31881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535929" y="40499"/>
            <a:ext cx="10546184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Research Problem Context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807417" y="2858002"/>
            <a:ext cx="5889308" cy="4565171"/>
            <a:chOff x="0" y="0"/>
            <a:chExt cx="912408" cy="7072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2408" cy="707264"/>
            </a:xfrm>
            <a:custGeom>
              <a:avLst/>
              <a:gdLst/>
              <a:ahLst/>
              <a:cxnLst/>
              <a:rect l="l" t="t" r="r" b="b"/>
              <a:pathLst>
                <a:path w="912408" h="707264">
                  <a:moveTo>
                    <a:pt x="0" y="0"/>
                  </a:moveTo>
                  <a:lnTo>
                    <a:pt x="912408" y="0"/>
                  </a:lnTo>
                  <a:lnTo>
                    <a:pt x="912408" y="707264"/>
                  </a:lnTo>
                  <a:lnTo>
                    <a:pt x="0" y="707264"/>
                  </a:lnTo>
                  <a:close/>
                </a:path>
              </a:pathLst>
            </a:custGeom>
            <a:blipFill>
              <a:blip r:embed="rId5"/>
              <a:stretch>
                <a:fillRect l="-8173" r="-8173"/>
              </a:stretch>
            </a:blipFill>
          </p:spPr>
          <p:txBody>
            <a:bodyPr/>
            <a:lstStyle/>
            <a:p>
              <a:endParaRPr lang="en-AE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03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A206332-ABC5-7C4C-FDF6-AEB880681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8493781"/>
              </p:ext>
            </p:extLst>
          </p:nvPr>
        </p:nvGraphicFramePr>
        <p:xfrm>
          <a:off x="454902" y="3070454"/>
          <a:ext cx="10921793" cy="5306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262663" y="-3386"/>
            <a:ext cx="14873476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Research Problem Knowledge Gap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04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825777B-7857-D472-8DE0-4CF6C2980D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3159981"/>
              </p:ext>
            </p:extLst>
          </p:nvPr>
        </p:nvGraphicFramePr>
        <p:xfrm>
          <a:off x="533400" y="3516109"/>
          <a:ext cx="16952430" cy="5246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038600" y="270972"/>
            <a:ext cx="10902289" cy="135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Research Questions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05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0845A50-8785-C0BF-AE0B-5C84071A74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2804102"/>
              </p:ext>
            </p:extLst>
          </p:nvPr>
        </p:nvGraphicFramePr>
        <p:xfrm>
          <a:off x="1600200" y="2457676"/>
          <a:ext cx="15885630" cy="6203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114800" y="107985"/>
            <a:ext cx="10605147" cy="135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Aim and Objectives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06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51854BE5-C149-76CD-E731-0432587AA517}"/>
              </a:ext>
            </a:extLst>
          </p:cNvPr>
          <p:cNvSpPr txBox="1"/>
          <p:nvPr/>
        </p:nvSpPr>
        <p:spPr>
          <a:xfrm>
            <a:off x="1752600" y="3379689"/>
            <a:ext cx="15733230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current dashboard applications in construction.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benefits and limitations identified in the literature.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Examining how dashboards improve estimation workflows.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the extent to which dashboards support predictive or analytical decision-making.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gaps where AI-driven dashboards may provide new value.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76567" y="0"/>
            <a:ext cx="14873476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Key Literature Business Intelligence Foundations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07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5628564-3458-E4C8-CA75-1821CD775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078833"/>
              </p:ext>
            </p:extLst>
          </p:nvPr>
        </p:nvGraphicFramePr>
        <p:xfrm>
          <a:off x="446435" y="3065234"/>
          <a:ext cx="10476643" cy="5954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0DB9BE6-8617-79B1-5A45-48D8F270BA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53800" y="3460452"/>
            <a:ext cx="6665116" cy="4916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43200" y="111200"/>
            <a:ext cx="15544800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Key Literature Dashboards in Cost Estimation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08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E1D17F7-7EB8-F745-84CA-49DA073CBA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5457505"/>
              </p:ext>
            </p:extLst>
          </p:nvPr>
        </p:nvGraphicFramePr>
        <p:xfrm>
          <a:off x="542677" y="2928703"/>
          <a:ext cx="10380132" cy="6090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CB8197E-E647-1B05-A3A8-087F50B1E2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9999" y="2949870"/>
            <a:ext cx="6315323" cy="30784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A52767-AD66-30DD-5CF0-BF07B51251E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29999" y="6060528"/>
            <a:ext cx="6315322" cy="2817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924871" y="227204"/>
            <a:ext cx="14560959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Literature Benefits and Limitations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09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BD49252-E752-E4B4-780D-0A267BC677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6673008"/>
              </p:ext>
            </p:extLst>
          </p:nvPr>
        </p:nvGraphicFramePr>
        <p:xfrm>
          <a:off x="454903" y="3125833"/>
          <a:ext cx="8689097" cy="5326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026" name="Picture 2" descr="10+ Thousand Dashboard Cartoon Royalty-Free Images, Stock Photos &amp; Pictures  | Shutterstock">
            <a:extLst>
              <a:ext uri="{FF2B5EF4-FFF2-40B4-BE49-F238E27FC236}">
                <a16:creationId xmlns:a16="http://schemas.microsoft.com/office/drawing/2014/main" id="{CA8C5166-4E48-89C9-93E2-7EBC465D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941" y="3221304"/>
            <a:ext cx="7581889" cy="524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alpha val="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E3C96-AFD0-1C6C-1F31-9ECAB8F2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36F953-DBD3-89C7-9389-8125D4E065E3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6EFEDC4-6CF3-6A30-1B50-1308030BDC24}"/>
              </a:ext>
            </a:extLst>
          </p:cNvPr>
          <p:cNvSpPr txBox="1"/>
          <p:nvPr/>
        </p:nvSpPr>
        <p:spPr>
          <a:xfrm>
            <a:off x="2819400" y="699190"/>
            <a:ext cx="13746585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Key Literature Advanced Dashboards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82E3C20-9B2B-4D6D-D337-F694019A8ED9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0014D3B-B0D8-4053-8A08-8D524E3E6CC2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0C2E626-3BD3-703E-3C10-B786B790443A}"/>
              </a:ext>
            </a:extLst>
          </p:cNvPr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10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207FB77-EE81-EC60-1D0E-F1F109EDF3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756463"/>
              </p:ext>
            </p:extLst>
          </p:nvPr>
        </p:nvGraphicFramePr>
        <p:xfrm>
          <a:off x="239175" y="3764999"/>
          <a:ext cx="11265170" cy="5254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050" name="Picture 2" descr="Rethink Dashboard Design for Better Data Insights | Salesforce">
            <a:extLst>
              <a:ext uri="{FF2B5EF4-FFF2-40B4-BE49-F238E27FC236}">
                <a16:creationId xmlns:a16="http://schemas.microsoft.com/office/drawing/2014/main" id="{71C69612-CAF0-D87D-F80B-0A5497AD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345" y="3942043"/>
            <a:ext cx="6758255" cy="380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94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alpha val="2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FF6E8-B08F-96A7-D5C6-B52E0C49F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E80C17-BB39-B0EA-1EBD-ECF2DC1C3380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9AB253B-FAD3-1BC0-AFA9-19404226C793}"/>
              </a:ext>
            </a:extLst>
          </p:cNvPr>
          <p:cNvSpPr txBox="1"/>
          <p:nvPr/>
        </p:nvSpPr>
        <p:spPr>
          <a:xfrm>
            <a:off x="3108907" y="0"/>
            <a:ext cx="12070185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Methodology – Research Approach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53BA32A-6D6B-16EE-E8CB-5A2163B95B88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A362D21-D7AC-5754-94E9-0D1EDBA6A59D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4AB3C32-BE63-0236-8030-40B85AA560C7}"/>
              </a:ext>
            </a:extLst>
          </p:cNvPr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11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4A28A95-DE71-44FD-B307-D6BF0770E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7215898"/>
              </p:ext>
            </p:extLst>
          </p:nvPr>
        </p:nvGraphicFramePr>
        <p:xfrm>
          <a:off x="569156" y="3384840"/>
          <a:ext cx="17414044" cy="4840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5071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alpha val="2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E6A25-3E74-E12C-0DDF-0603B440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27268C-9A42-BF6F-8486-7DF5044DAA31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AE608BD-E633-F87D-08EB-D447965AB583}"/>
              </a:ext>
            </a:extLst>
          </p:cNvPr>
          <p:cNvSpPr txBox="1"/>
          <p:nvPr/>
        </p:nvSpPr>
        <p:spPr>
          <a:xfrm>
            <a:off x="4532948" y="-31377"/>
            <a:ext cx="10302728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Methodology – Research Design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0B632C9-D39D-EB4C-0B06-51DCF9FAED3F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086E7D6-464D-2457-2F77-8D3A4FB8C765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3835F-1D16-DC5B-A33B-3D275C602EA9}"/>
              </a:ext>
            </a:extLst>
          </p:cNvPr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12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7FF22E7-E9FE-45A6-059C-D4C4B2A2EA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806681"/>
              </p:ext>
            </p:extLst>
          </p:nvPr>
        </p:nvGraphicFramePr>
        <p:xfrm>
          <a:off x="1752600" y="2901486"/>
          <a:ext cx="14461656" cy="6921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58215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981B2-B45C-B41A-201C-9BC34A6C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A9F9B7-1CA5-9960-A47F-0B2C9AFB29FF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78D6ED0-C371-7321-C4C6-D48A78710873}"/>
              </a:ext>
            </a:extLst>
          </p:cNvPr>
          <p:cNvSpPr txBox="1"/>
          <p:nvPr/>
        </p:nvSpPr>
        <p:spPr>
          <a:xfrm>
            <a:off x="4541415" y="38947"/>
            <a:ext cx="9205169" cy="2817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Methodology – Data Analysis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4AC350C-630B-BE23-293C-4B09D9EAF1DF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D658063-4F88-C9BD-2D3B-E1300A3BB454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613A128-A5EB-6CE1-DE8E-9CF2D5236DB5}"/>
              </a:ext>
            </a:extLst>
          </p:cNvPr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13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9688ED9-3F3D-0615-E6DF-9213585FA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3371934"/>
              </p:ext>
            </p:extLst>
          </p:nvPr>
        </p:nvGraphicFramePr>
        <p:xfrm>
          <a:off x="446436" y="3070454"/>
          <a:ext cx="17039394" cy="5578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0408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alpha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9995C-68BB-95E2-E99D-27F5C37D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5F9BA3-0736-DC67-FD66-17D3BC363D0F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247B900-062B-0D51-E73F-BA8DEF97235B}"/>
              </a:ext>
            </a:extLst>
          </p:cNvPr>
          <p:cNvSpPr txBox="1"/>
          <p:nvPr/>
        </p:nvSpPr>
        <p:spPr>
          <a:xfrm>
            <a:off x="2646258" y="290400"/>
            <a:ext cx="14203785" cy="2817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Ethical Considerations and Risk Assessment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F12BF27-B97D-BB6B-58AB-B53528B7065D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2976166-333C-A194-9594-60610F1BD235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EFC9A14-D4CF-CAC7-F81C-2F7AD673B77D}"/>
              </a:ext>
            </a:extLst>
          </p:cNvPr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14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C8D9828-F345-2F71-8967-D9CD1D6455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3004894"/>
              </p:ext>
            </p:extLst>
          </p:nvPr>
        </p:nvGraphicFramePr>
        <p:xfrm>
          <a:off x="454902" y="3790399"/>
          <a:ext cx="17375897" cy="4870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06925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16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33DC5-C1C0-8934-BEB5-07D9CB00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0E5773-B07B-B77B-3362-B2C5268647C2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7F2DD13-F4DF-6453-6865-A5F0BD69C75C}"/>
              </a:ext>
            </a:extLst>
          </p:cNvPr>
          <p:cNvSpPr txBox="1"/>
          <p:nvPr/>
        </p:nvSpPr>
        <p:spPr>
          <a:xfrm>
            <a:off x="4267200" y="252508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Timeline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921CC08-3B5A-4A0B-9C92-9E3EE7993961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CBA253B-FB8A-BE4B-0B60-78546EEC545C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90134CF-C6EC-287D-4F92-69A61DD01543}"/>
              </a:ext>
            </a:extLst>
          </p:cNvPr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3AB1E6-AE9E-2E62-F5A5-468FE1F342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1550537"/>
            <a:ext cx="16611600" cy="74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8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89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17</a:t>
            </a:r>
            <a:endParaRPr lang="en-US" sz="4743" b="1" dirty="0">
              <a:solidFill>
                <a:srgbClr val="545454"/>
              </a:solidFill>
              <a:latin typeface="Times New Roman" panose="02020603050405020304" pitchFamily="18" charset="0"/>
              <a:ea typeface="Garet Bold"/>
              <a:cs typeface="Times New Roman" panose="02020603050405020304" pitchFamily="18" charset="0"/>
              <a:sym typeface="Garet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  <a:alpha val="1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B009D-B612-E6C9-7602-0255E0DDF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E2CA15-D020-36A4-1773-BF79316F03FC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F4C01D-7765-EF1F-F7F7-E7AACD2CCDB3}"/>
              </a:ext>
            </a:extLst>
          </p:cNvPr>
          <p:cNvSpPr txBox="1"/>
          <p:nvPr/>
        </p:nvSpPr>
        <p:spPr>
          <a:xfrm>
            <a:off x="4191000" y="-13059"/>
            <a:ext cx="9205169" cy="13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6600" b="1" dirty="0">
                <a:solidFill>
                  <a:srgbClr val="3F3D3E"/>
                </a:solidFill>
                <a:latin typeface="Times New Roman" panose="02020603050405020304" pitchFamily="18" charset="0"/>
                <a:ea typeface="Alexandria Bold"/>
                <a:cs typeface="Times New Roman" panose="02020603050405020304" pitchFamily="18" charset="0"/>
                <a:sym typeface="Alexandria Bold"/>
              </a:rPr>
              <a:t>References list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C40A38F-6401-C35C-0164-B6774DB9F0B7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05C3F5E-B2D4-5B44-6DD4-1EF4C8C761A3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385BB8-19E2-A3B8-9728-C0137A32EB22}"/>
              </a:ext>
            </a:extLst>
          </p:cNvPr>
          <p:cNvSpPr txBox="1"/>
          <p:nvPr/>
        </p:nvSpPr>
        <p:spPr>
          <a:xfrm>
            <a:off x="16214256" y="9019603"/>
            <a:ext cx="1271574" cy="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FF0A-B611-0E2D-D204-3A4F9CDC2787}"/>
              </a:ext>
            </a:extLst>
          </p:cNvPr>
          <p:cNvSpPr txBox="1"/>
          <p:nvPr/>
        </p:nvSpPr>
        <p:spPr>
          <a:xfrm>
            <a:off x="228600" y="1437055"/>
            <a:ext cx="17830800" cy="820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Adeoye, M.A. (2024) </a:t>
            </a:r>
            <a:r>
              <a:rPr lang="en-US" sz="1550" i="1" dirty="0"/>
              <a:t>Mastering the basics: A guide to research methodology for effective writing and publication.</a:t>
            </a:r>
            <a:r>
              <a:rPr lang="en-US" sz="1550" dirty="0"/>
              <a:t> </a:t>
            </a:r>
            <a:r>
              <a:rPr lang="en-US" sz="1550" dirty="0" err="1"/>
              <a:t>Chalim</a:t>
            </a:r>
            <a:r>
              <a:rPr lang="en-US" sz="1550" dirty="0"/>
              <a:t> Journal of Teaching and Learning, 4(1), pp.30–41.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7"/>
              </a:rPr>
              <a:t>https://pasca.jurnalikhac.ac.id/index.php/cjotl/article/download/1345/462</a:t>
            </a:r>
            <a:r>
              <a:rPr lang="en-US" sz="1550" dirty="0"/>
              <a:t> (Accessed: </a:t>
            </a:r>
            <a:r>
              <a:rPr lang="en-US" sz="1550" b="1" dirty="0"/>
              <a:t>1/1/2026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Ajax, R., Daniel, S. and Alex, W. (2025) </a:t>
            </a:r>
            <a:r>
              <a:rPr lang="en-US" sz="1550" i="1" dirty="0"/>
              <a:t>AI for identifying cost overruns and anomalies.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8"/>
              </a:rPr>
              <a:t>https://www.researchgate.net/profile/Raymond-Ajax/publication/389680664_AI_for_Identifying_Cost_Overruns_and_Anomalies/links/67ccd307bab3d32d84402043/AI-for-Identifying-Cost-Overruns-and-Anomalies.pdf</a:t>
            </a:r>
            <a:r>
              <a:rPr lang="en-US" sz="1550" dirty="0"/>
              <a:t> (Accessed: </a:t>
            </a:r>
            <a:r>
              <a:rPr lang="en-US" sz="1550" b="1" dirty="0"/>
              <a:t>2/1/2026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Akter, M. and </a:t>
            </a:r>
            <a:r>
              <a:rPr lang="en-US" sz="1550" dirty="0" err="1"/>
              <a:t>Kudapa</a:t>
            </a:r>
            <a:r>
              <a:rPr lang="en-US" sz="1550" dirty="0"/>
              <a:t>, S.P. (2024) ‘A comparative analysis of artificial intelligence-integrated BI dashboards for real-time decision support in operations’, </a:t>
            </a:r>
            <a:r>
              <a:rPr lang="en-US" sz="1550" i="1" dirty="0"/>
              <a:t>International Journal of Scientific Interdisciplinary Research</a:t>
            </a:r>
            <a:r>
              <a:rPr lang="en-US" sz="1550" dirty="0"/>
              <a:t>, 5(2), pp.158–191.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9"/>
              </a:rPr>
              <a:t>https://ijsir.org/index.php/IJSIR/article/download/23/23</a:t>
            </a:r>
            <a:r>
              <a:rPr lang="en-US" sz="1550" dirty="0"/>
              <a:t> (Accessed: </a:t>
            </a:r>
            <a:r>
              <a:rPr lang="en-US" sz="1550" b="1" dirty="0"/>
              <a:t>6/1/2026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 err="1"/>
              <a:t>Alshihri</a:t>
            </a:r>
            <a:r>
              <a:rPr lang="en-US" sz="1550" dirty="0"/>
              <a:t>, S., Al-</a:t>
            </a:r>
            <a:r>
              <a:rPr lang="en-US" sz="1550" dirty="0" err="1"/>
              <a:t>Gahtani</a:t>
            </a:r>
            <a:r>
              <a:rPr lang="en-US" sz="1550" dirty="0"/>
              <a:t>, K. and Almohsen, A. (2022) ‘Risk factors that lead to time and cost overruns of building projects in Saudi Arabia’, </a:t>
            </a:r>
            <a:r>
              <a:rPr lang="en-US" sz="1550" i="1" dirty="0"/>
              <a:t>Buildings</a:t>
            </a:r>
            <a:r>
              <a:rPr lang="en-US" sz="1550" dirty="0"/>
              <a:t>, 12(7), p.902.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0"/>
              </a:rPr>
              <a:t>https://www.mdpi.com/2075-5309/12/7/902</a:t>
            </a:r>
            <a:r>
              <a:rPr lang="en-US" sz="1550" dirty="0"/>
              <a:t> (Accessed: </a:t>
            </a:r>
            <a:r>
              <a:rPr lang="en-US" sz="1550" b="1" dirty="0"/>
              <a:t>3/1/2026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Cheong, H.I., Lyons, A., Houghton, R. and Majumdar, A. (2023) ‘Secondary qualitative research methodology using online data within the context of social sciences’, </a:t>
            </a:r>
            <a:r>
              <a:rPr lang="en-US" sz="1550" i="1" dirty="0"/>
              <a:t>International Journal of Qualitative Methods</a:t>
            </a:r>
            <a:r>
              <a:rPr lang="en-US" sz="1550" dirty="0"/>
              <a:t>, 22, p.16094069231180160.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1"/>
              </a:rPr>
              <a:t>https://journals.sagepub.com/doi/pdf/10.1177/16094069231180160</a:t>
            </a:r>
            <a:r>
              <a:rPr lang="en-US" sz="1550" dirty="0"/>
              <a:t> (Accessed: </a:t>
            </a:r>
            <a:r>
              <a:rPr lang="en-US" sz="1550" b="1" dirty="0"/>
              <a:t>11/1/2026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Denscombe, M. (2025) ‘Decolonial research methodology: an assessment of the challenge to established practice’, </a:t>
            </a:r>
            <a:r>
              <a:rPr lang="en-US" sz="1550" i="1" dirty="0"/>
              <a:t>International Journal of Social Research Methodology</a:t>
            </a:r>
            <a:r>
              <a:rPr lang="en-US" sz="1550" dirty="0"/>
              <a:t>, 28(2), pp.231–240.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2"/>
              </a:rPr>
              <a:t>https://www.tandfonline.com/doi/pdf/10.1080/13645579.2024.2357558</a:t>
            </a:r>
            <a:r>
              <a:rPr lang="en-US" sz="1550" dirty="0"/>
              <a:t> (Accessed: </a:t>
            </a:r>
            <a:r>
              <a:rPr lang="en-US" sz="1550" b="1" dirty="0"/>
              <a:t>10/1/2026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Dubey, U.K.B. and Kothari, D.P. (2022) </a:t>
            </a:r>
            <a:r>
              <a:rPr lang="en-US" sz="1550" i="1" dirty="0"/>
              <a:t>Research methodology: Techniques and trends.</a:t>
            </a:r>
            <a:r>
              <a:rPr lang="en-US" sz="1550" dirty="0"/>
              <a:t> Chapman &amp; Hall/CRC.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3"/>
              </a:rPr>
              <a:t>https://amberton.edu/wp-content/uploads/2025/07/RGS6035_E2_Fall2025.pdf</a:t>
            </a:r>
            <a:r>
              <a:rPr lang="en-US" sz="1550" dirty="0"/>
              <a:t> (Accessed: </a:t>
            </a:r>
            <a:r>
              <a:rPr lang="en-US" sz="1550" b="1" dirty="0"/>
              <a:t>1/1/2026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Ibrahim, A.H. and </a:t>
            </a:r>
            <a:r>
              <a:rPr lang="en-US" sz="1550" dirty="0" err="1"/>
              <a:t>Elshwadfy</a:t>
            </a:r>
            <a:r>
              <a:rPr lang="en-US" sz="1550" dirty="0"/>
              <a:t>, L.M. (2021) ‘Factors affecting the accuracy of construction project cost estimation in Egypt’, </a:t>
            </a:r>
            <a:r>
              <a:rPr lang="en-US" sz="1550" i="1" dirty="0"/>
              <a:t>Jordan Journal of Civil Engineering</a:t>
            </a:r>
            <a:r>
              <a:rPr lang="en-US" sz="1550" dirty="0"/>
              <a:t>, 15(3).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4"/>
              </a:rPr>
              <a:t>https://www.researchgate.net/profile/Lamiaa-Mohamed-4/publication/353147794_Factors_Affecting_the_Accuracy_of_Construction_Project_Cost_Estimation_in_Egypt/links/60e9afeb30e8e50c01f79773/Factors-Affecting-the-Accuracy-of-Construction-Project-Cost-Estimation-in-Egypt.pdf</a:t>
            </a:r>
            <a:r>
              <a:rPr lang="en-US" sz="1550" dirty="0"/>
              <a:t> (Accessed: </a:t>
            </a:r>
            <a:r>
              <a:rPr lang="en-US" sz="1550" b="1" dirty="0"/>
              <a:t>2/1/2026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Naderi, M., Nazari, A., Shafaat, A. and Abrishami, S. (2025) ‘Enhancing accuracy in construction overhead cost estimation: a novel integration of activity-based costing and building information modelling’, </a:t>
            </a:r>
            <a:r>
              <a:rPr lang="en-US" sz="1550" i="1" dirty="0"/>
              <a:t>Smart and Sustainable Built Environment</a:t>
            </a:r>
            <a:r>
              <a:rPr lang="en-US" sz="1550" dirty="0"/>
              <a:t>, 14(3), pp.758–775.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5"/>
              </a:rPr>
              <a:t>https://researchportal.port.ac.uk/files/84969800/Enhancing_accuracy_in_construction_overhead_cost_estimation.pdf</a:t>
            </a:r>
            <a:r>
              <a:rPr lang="en-US" sz="1550" dirty="0"/>
              <a:t> (Accessed: </a:t>
            </a:r>
            <a:r>
              <a:rPr lang="en-US" sz="1550" b="1" dirty="0"/>
              <a:t>6/1/2026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Nia, S.B., Taheri, M. and </a:t>
            </a:r>
            <a:r>
              <a:rPr lang="en-US" sz="1550" dirty="0" err="1"/>
              <a:t>Jamalpour</a:t>
            </a:r>
            <a:r>
              <a:rPr lang="en-US" sz="1550" dirty="0"/>
              <a:t>, R. (2023) ‘Achieving realistic cost estimates in building construction projects: A reliability assessment of pre-construction stage cost estimates’, </a:t>
            </a:r>
            <a:r>
              <a:rPr lang="en-US" sz="1550" i="1" dirty="0"/>
              <a:t>International Journal of Construction Engineering and Management</a:t>
            </a:r>
            <a:r>
              <a:rPr lang="en-US" sz="1550" dirty="0"/>
              <a:t>, 12(3), pp.81–90.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6"/>
              </a:rPr>
              <a:t>https://www.researchgate.net/profile/Saeed-Bozorgmehr-Nia-2/publication/373138183_Achieving_Realistic_Cost_Estimates_in_Building_Construction_Projects_A_Reliability_Assessment_of_Pre-Construction_Stage_Cost_Estimates/links/64dbab80ad846e2882940f62/Achieving-Realistic-Cost-Estimates-in-Building-Construction-Projects-A-Reliability-Assessment-of-Pre-Construction-Stage-Cost-Estimates.pdf</a:t>
            </a:r>
            <a:r>
              <a:rPr lang="en-US" sz="1550" dirty="0"/>
              <a:t> (Accessed: </a:t>
            </a:r>
            <a:r>
              <a:rPr lang="en-US" sz="1550" b="1" dirty="0"/>
              <a:t>3/1/2026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 err="1"/>
              <a:t>Ojonugwa</a:t>
            </a:r>
            <a:r>
              <a:rPr lang="en-US" sz="1550" dirty="0"/>
              <a:t>, B.M. et al. (2025) </a:t>
            </a:r>
            <a:r>
              <a:rPr lang="en-US" sz="1550" i="1" dirty="0"/>
              <a:t>Integrated business performance monitoring models using Excel-based dashboards and manual controls.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7"/>
              </a:rPr>
              <a:t>https://www.allmultidisciplinaryjournal.com/uploads/archives/20250620152857_MGE-2025-3-336.1.pdf</a:t>
            </a:r>
            <a:r>
              <a:rPr lang="en-US" sz="1550" dirty="0"/>
              <a:t> (Accessed: </a:t>
            </a:r>
            <a:r>
              <a:rPr lang="en-US" sz="1550" b="1" dirty="0"/>
              <a:t>11/1/2026</a:t>
            </a:r>
            <a:r>
              <a:rPr lang="en-US" sz="155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/>
              <a:t>Sayed, M., Abdel-Hamid, M. and El-Dash, K. (2023) ‘Improving cost estimation in construction projects’, </a:t>
            </a:r>
            <a:r>
              <a:rPr lang="en-US" sz="1550" i="1" dirty="0"/>
              <a:t>International Journal of Construction Management</a:t>
            </a:r>
            <a:r>
              <a:rPr lang="en-US" sz="1550" dirty="0"/>
              <a:t>, 23(1), pp.135–143.</a:t>
            </a:r>
            <a:br>
              <a:rPr lang="en-US" sz="1550" dirty="0"/>
            </a:br>
            <a:r>
              <a:rPr lang="en-US" sz="1550" dirty="0"/>
              <a:t>Available at: </a:t>
            </a:r>
            <a:r>
              <a:rPr lang="en-US" sz="1550" dirty="0">
                <a:hlinkClick r:id="rId18"/>
              </a:rPr>
              <a:t>https://www.researchgate.net/profile/Mohamed-Abdelhamid-4/publication/347361552_Improving_cost_estimation_in_construction_projects/links/6324458a0a70852150fb2022/Improving-cost-estimation-in-construction-projects.pdf</a:t>
            </a:r>
            <a:r>
              <a:rPr lang="en-US" sz="1550" dirty="0"/>
              <a:t> (Accessed: </a:t>
            </a:r>
            <a:r>
              <a:rPr lang="en-US" sz="1550" b="1" dirty="0"/>
              <a:t>10/1/2026</a:t>
            </a:r>
            <a:r>
              <a:rPr lang="en-US" sz="155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7742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1366</Words>
  <Application>Microsoft Macintosh PowerPoint</Application>
  <PresentationFormat>Custom</PresentationFormat>
  <Paragraphs>129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dc:creator>Souradeep Some</dc:creator>
  <cp:lastModifiedBy>Rayyan Al Naqbi</cp:lastModifiedBy>
  <cp:revision>11</cp:revision>
  <dcterms:created xsi:type="dcterms:W3CDTF">2006-08-16T00:00:00Z</dcterms:created>
  <dcterms:modified xsi:type="dcterms:W3CDTF">2026-01-26T15:52:43Z</dcterms:modified>
  <dc:identifier>DAG-N26Z6Dw</dc:identifier>
</cp:coreProperties>
</file>